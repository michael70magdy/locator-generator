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26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498079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1">
                <a:solidFill>
                  <a:srgbClr val="D93838"/>
                </a:solidFill>
                <a:latin typeface="Aptos"/>
              </a:defRPr>
            </a:pPr>
            <a:r>
              <a:t>QA AUTOMATION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31520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Aptos"/>
              </a:defRPr>
            </a:pPr>
            <a:r>
              <a:t>LOCATOR</a:t>
            </a:r>
            <a:br/>
            <a:r>
              <a:t>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70408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0">
                <a:solidFill>
                  <a:srgbClr val="AFB8C6"/>
                </a:solidFill>
                <a:latin typeface="Aptos"/>
              </a:defRPr>
            </a:pPr>
            <a:r>
              <a:t>Generate, compare, validate, and export Selenium locators — from one desktop workspace.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7132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Python • Tkinter • BeautifulSoup • Selenium • XPath •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731520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D93838"/>
                </a:solidFill>
                <a:latin typeface="Aptos"/>
              </a:defRPr>
            </a:pPr>
            <a:r>
              <a:t>CANDIDATE LOCATORS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325880"/>
            <a:ext cx="2743200" cy="713232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1472184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data-testid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856231"/>
            <a:ext cx="2377440" cy="73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99/100   [data-testid="login-btn"]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258568"/>
            <a:ext cx="2743200" cy="713232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04872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788920"/>
            <a:ext cx="2377440" cy="73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94/100   #username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191256"/>
            <a:ext cx="2743200" cy="713232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33756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ARIA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721608"/>
            <a:ext cx="2377440" cy="73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88/100   [aria-label="Search"]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4123944"/>
            <a:ext cx="2743200" cy="713232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427024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CLASS +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654296"/>
            <a:ext cx="2377440" cy="73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86/100   //button[...text...]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5056632"/>
            <a:ext cx="2743200" cy="713232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5202936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DOM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5586984"/>
            <a:ext cx="2377440" cy="73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35/100   /html/body/div[1]/...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6309360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FB8C6"/>
                </a:solidFill>
                <a:latin typeface="Aptos"/>
              </a:defRPr>
            </a:pPr>
            <a:r>
              <a:t>Illustrative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The problem it solves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Finding maintainable locators is a recurring bottleneck in UI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9659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7510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FRAGILE SELECTORS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315468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Class-heavy or structural selectors can break when layouts and frontend frameworks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19659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7510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59152"/>
            <a:ext cx="315468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Inspecting markup, trying XPath/CSS expressions, and checking uniqueness takes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20440" cy="19659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7510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NOISE IN THE 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59152"/>
            <a:ext cx="315468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Generated classes and temporary framework tokens can make candidate locators less useful.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6070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F5F7FA"/>
                </a:solidFill>
                <a:latin typeface="Aptos"/>
              </a:defRPr>
            </a:pPr>
            <a:r>
              <a:t>Locator Generator turns locator discovery into a repeatable workflow: inspect → generate candidates → compare stability → validate →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Feature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One desktop application for static HTML analysis and live-page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7373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83664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Smart candidate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108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Produces XPath and CSS candidates from element attributes, text, classes, parent context, and DOM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17373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83664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Stability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67712"/>
            <a:ext cx="3108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Ranks candidates with a 0–100 heuristic score and labels them Excellent, Strong, Fair, or Weak.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37360"/>
            <a:ext cx="3474720" cy="17373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883664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Uniqueness clues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267712"/>
            <a:ext cx="3108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Shows selector match counts when the HTML parser can evaluate the expression.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3474720" cy="17373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941064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Ignore-pattern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325112"/>
            <a:ext cx="3108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Filters volatile tokens such as css-, sc-, or ng-star-inserted using configurable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94760"/>
            <a:ext cx="3474720" cy="17373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41064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Live browser picker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25112"/>
            <a:ext cx="3108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Hover-highlight elements in Chrome, click to capture an element’s HTML, and generate candidates.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794760"/>
            <a:ext cx="3474720" cy="17373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3941064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Export &amp; 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4325112"/>
            <a:ext cx="3108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Copy expressions or Selenium Java By statements; export reports to Excel or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Locator strategies &amp;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A transparent heuristic helps prioritize candidates — it is guidance, not a guarantee.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D93838"/>
                </a:solidFill>
                <a:latin typeface="Aptos"/>
              </a:defRPr>
            </a:pPr>
            <a:r>
              <a:t>HIGH-PRIORITY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12064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data-testid: 99/100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data-test: 98/100 • data-qa: 97/100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Stable-looking unique ID: 94/100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name: 91/100 • aria-label: 88/100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Text-based and scoped candidates can be useful when attributes are absent.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1206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D93838"/>
                </a:solidFill>
                <a:latin typeface="Aptos"/>
              </a:defRPr>
            </a:pPr>
            <a:r>
              <a:t>LOWER-CONFIDENCE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502920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Single class token: 45/100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Generic tag or relative DOM path: 30–35/100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Framework-generated or state-dependent classes may be volatile.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Review match counts and test candidates against the real page before adopting.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Score = ranking heuristic based on selector strategy; it does not measure long-term stability empirically.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Three ways to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Choose the workflow that matches the information you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29184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8366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01  HTML FRAGMENT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15468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Paste a target element or load the example.</a:t>
            </a:r>
            <a:br/>
            <a:br/>
            <a:r>
              <a:t>Generate candidates and compare CSS/XPath expressions, scores, match counts, and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329184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8366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02  WHOLE-PAGE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67712"/>
            <a:ext cx="315468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Enter a URL and scan with headless Chrome.</a:t>
            </a:r>
            <a:br/>
            <a:br/>
            <a:r>
              <a:t>The current implementation examines common controls and selected identified/test-attributed elements, then shows top candidates.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20440" cy="329184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8366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03  INTERACTIVE 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67712"/>
            <a:ext cx="315468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Open a Chrome window, hover to highlight elements, and click a target.</a:t>
            </a:r>
            <a:br/>
            <a:br/>
            <a:r>
              <a:t>Use browser navigation and toggle pick mode when you need to move through a page.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Live workflows require Selenium and a working Chrome/WebDriver setup.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Validation and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Move from a candidate expression to something you can inspect and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438912" cy="438912"/>
          </a:xfrm>
          <a:prstGeom prst="ellipse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73352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D93838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67335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F5F7FA"/>
                </a:solidFill>
                <a:latin typeface="Aptos"/>
              </a:defRPr>
            </a:pPr>
            <a:r>
              <a:t>Create ranked CSS and XPath candidates.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32888"/>
            <a:ext cx="438912" cy="438912"/>
          </a:xfrm>
          <a:prstGeom prst="ellipse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8775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14600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D93838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514600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F5F7FA"/>
                </a:solidFill>
                <a:latin typeface="Aptos"/>
              </a:defRPr>
            </a:pPr>
            <a:r>
              <a:t>Compare strategy, score, match count, and explanatory note.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74136"/>
            <a:ext cx="438912" cy="438912"/>
          </a:xfrm>
          <a:prstGeom prst="ellipse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429000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55848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D93838"/>
                </a:solidFill>
                <a:latin typeface="Aptos"/>
              </a:defRPr>
            </a:pPr>
            <a:r>
              <a:t>Test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355848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F5F7FA"/>
                </a:solidFill>
                <a:latin typeface="Aptos"/>
              </a:defRPr>
            </a:pPr>
            <a:r>
              <a:t>Run the selected locator against the target URL with headless Chrome.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15384"/>
            <a:ext cx="438912" cy="438912"/>
          </a:xfrm>
          <a:prstGeom prst="ellipse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70248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97096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D93838"/>
                </a:solidFill>
                <a:latin typeface="Aptos"/>
              </a:defRPr>
            </a:pPr>
            <a:r>
              <a:t>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197096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F5F7FA"/>
                </a:solidFill>
                <a:latin typeface="Aptos"/>
              </a:defRPr>
            </a:pPr>
            <a:r>
              <a:t>Copy the raw expression or Selenium Java By binding.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056632"/>
            <a:ext cx="438912" cy="438912"/>
          </a:xfrm>
          <a:prstGeom prst="ellipse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111496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38344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D93838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038344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F5F7FA"/>
                </a:solidFill>
                <a:latin typeface="Aptos"/>
              </a:defRPr>
            </a:pPr>
            <a:r>
              <a:t>Save locator metadata to .xlsx or CSV for review and collaboration.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8076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AFB8C6"/>
                </a:solidFill>
                <a:latin typeface="Aptos"/>
              </a:defRPr>
            </a:pPr>
            <a:r>
              <a:t>Excel export includes strategy, locator, rank, score, matches, Java binding, and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Strength points for QA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Designed to shorten discovery time and make locator choices easier to explain.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15087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8366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FASTER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1546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Generate many candidate strategies in one pass instead of hand-writing every expression.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15087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8366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BETTER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67712"/>
            <a:ext cx="31546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Visible scores and notes encourage choosing semantic/test attributes over brittle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20440" cy="15087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83664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LESS COPY/PASTE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67712"/>
            <a:ext cx="31546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Direct Java By output and bulk-copy functionality support Selenium Java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520440" cy="15087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12463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CONFIGURABLE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096511"/>
            <a:ext cx="31546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Ignore patterns help suppress known volatile tokens for a project or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566160"/>
            <a:ext cx="3520440" cy="15087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712463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PORTABLE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096511"/>
            <a:ext cx="31546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Excel/CSV export makes review and handoff easier for QA engineers and developers.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566160"/>
            <a:ext cx="3520440" cy="150876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712463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SELF-DOCUMENTING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096511"/>
            <a:ext cx="31546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Built-in About &amp; User Manual tab includes installation, workflows, and usage guidance.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AFB8C6"/>
                </a:solidFill>
                <a:latin typeface="Aptos"/>
              </a:defRPr>
            </a:pPr>
            <a:r>
              <a:t>Best fit: QA engineers, SDETs, automation learners, and teams maintaining Selenium-based UI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Technology &amp;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A lightweight Python desktop tool with optional live-browser and spreadsheet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137160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83664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48463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Python 3.8+ • Tkinter GUI • BeautifulSoup HTML parsing • XPath and CSS candidate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1371600"/>
          </a:xfrm>
          <a:prstGeom prst="roundRect">
            <a:avLst/>
          </a:prstGeom>
          <a:solidFill>
            <a:srgbClr val="262B36"/>
          </a:solidFill>
          <a:ln>
            <a:solidFill>
              <a:srgbClr val="3D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83664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OPTIONAL INTEGRATIONS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67712"/>
            <a:ext cx="48463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Selenium for live browser scan/picker/testing • openpyxl for native Excel workbook export • lxml for XPath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D93838"/>
                </a:solidFill>
                <a:latin typeface="Aptos"/>
              </a:defRPr>
            </a:pPr>
            <a:r>
              <a:t>Install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424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F5F7FA"/>
                </a:solidFill>
                <a:latin typeface="Consolas"/>
              </a:defRPr>
            </a:pPr>
            <a:r>
              <a:t>py -m pip install beautifulsoup4 selenium openpyxl lxml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AFB8C6"/>
                </a:solidFill>
                <a:latin typeface="Aptos"/>
              </a:defRPr>
            </a:pPr>
            <a:r>
              <a:t>Run the script with Python. On systems without optional packages, some live-browser or export features may be unavailable; consult the console or in-app warnings.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"/>
              </a:defRPr>
            </a:pPr>
            <a:r>
              <a:t>Responsible use &amp; practical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914400" cy="54864"/>
          </a:xfrm>
          <a:prstGeom prst="rect">
            <a:avLst/>
          </a:prstGeom>
          <a:solidFill>
            <a:srgbClr val="D9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Treat generated locators as candidates that require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FB8C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Confirm that the locator targets the intended element on the full rendered page.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Use the live test to check current matches; one match is often desirable, but context matters.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Scores are heuristic rankings, not guarantees of uniqueness or future stability.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Static fragment analysis cannot fully represent dynamic DOM behavior, shadow DOM, or application state.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Whole-page scan is bounded to a subset of elements in the current implementation.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Only scan pages you are authorized to access; respect authentication and site policies.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FB8C6"/>
                </a:solidFill>
                <a:latin typeface="Aptos"/>
              </a:defRPr>
            </a:pPr>
            <a:r>
              <a:t>The tool assists locator engineering; it does not replace test design or maintenance judgment.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D93838"/>
                </a:solidFill>
                <a:latin typeface="Aptos"/>
              </a:defRPr>
            </a:pPr>
            <a:r>
              <a:t>FROM INSPECTION TO REUSABLE TEST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ptos"/>
              </a:defRPr>
            </a:pPr>
            <a:r>
              <a:t>Find a stronger locator.</a:t>
            </a:r>
            <a:br/>
            <a:r>
              <a:t>Validate it. Export it. Use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0">
                <a:solidFill>
                  <a:srgbClr val="AFB8C6"/>
                </a:solidFill>
                <a:latin typeface="Aptos"/>
              </a:defRPr>
            </a:pPr>
            <a:r>
              <a:t>Locator Generator brings element picking, locator comparison, heuristic scoring, live checks, and Selenium Java output into one practical QA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Locator Generator • Project showcase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
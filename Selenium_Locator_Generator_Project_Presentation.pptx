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54864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95560" y="1234440"/>
            <a:ext cx="1280160" cy="12801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828800"/>
            <a:ext cx="731520" cy="7315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Aptos"/>
              </a:rPr>
              <a:t>QA AUTOMATION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04672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Selenium Locator</a:t>
            </a:r>
            <a:br/>
            <a:r>
              <a:rPr sz="3400" b="1">
                <a:solidFill>
                  <a:srgbClr val="FFFFFF"/>
                </a:solidFill>
                <a:latin typeface="Aptos"/>
              </a:rPr>
              <a:t>Generator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7589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BECADE"/>
                </a:solidFill>
                <a:latin typeface="Aptos"/>
              </a:rPr>
              <a:t>Generate smarter locators. Validate them. Copy Java code faster.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71323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E2E8F0"/>
                </a:solidFill>
                <a:latin typeface="Aptos"/>
              </a:rPr>
              <a:t>A lightweight Windows desktop assistant for QA Automation Engineers and SDETs.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6217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3B82F6"/>
                </a:solidFill>
                <a:latin typeface="Aptos"/>
              </a:rPr>
              <a:t>FEATURES  •  ADVANTAGES  • 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BECADE"/>
                </a:solidFill>
                <a:latin typeface="Aptos"/>
              </a:rPr>
              <a:t>SELENIUM LOCATOR GENERATOR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BECAD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BECADE"/>
                </a:solidFill>
                <a:latin typeface="Aptos"/>
              </a:rPr>
              <a:t>Creating and maintaining Selenium locators can take time—especially when web pages contain dynamic or framework-generated classes.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3520440" cy="210312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2313432"/>
            <a:ext cx="31181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B82F6"/>
                </a:solidFill>
                <a:latin typeface="Aptos"/>
              </a:rPr>
              <a:t>01  Manual effort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770632"/>
            <a:ext cx="3118104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Engineers often try multiple XPath and CSS selector variations before finding a useful locator.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48840"/>
            <a:ext cx="3520440" cy="210312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2313432"/>
            <a:ext cx="31181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ACC15"/>
                </a:solidFill>
                <a:latin typeface="Aptos"/>
              </a:rPr>
              <a:t>02  Fragile selectors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770632"/>
            <a:ext cx="3118104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Selectors based on changing classes or page structure can break when the UI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48840"/>
            <a:ext cx="3520440" cy="210312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2313432"/>
            <a:ext cx="31181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4ADE80"/>
                </a:solidFill>
                <a:latin typeface="Aptos"/>
              </a:rPr>
              <a:t>03  Repeated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770632"/>
            <a:ext cx="3118104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Copying expressions and converting them into Selenium Java code adds extra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Goal: reduce repetitive locator work and help engineers make better-informed locator choices.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BECADE"/>
                </a:solidFill>
                <a:latin typeface="Aptos"/>
              </a:rPr>
              <a:t>SELENIUM LOCATOR GENERATOR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BECAD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Core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3520440" cy="178308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1399032"/>
            <a:ext cx="31181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B82F6"/>
                </a:solidFill>
                <a:latin typeface="Aptos"/>
              </a:rPr>
              <a:t>HTML-to-locators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856232"/>
            <a:ext cx="3118104" cy="1033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Paste an HTML element and generate multiple CSS and XPath candidates.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20440" cy="178308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399032"/>
            <a:ext cx="31181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B82F6"/>
                </a:solidFill>
                <a:latin typeface="Aptos"/>
              </a:rPr>
              <a:t>Live element picker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1856232"/>
            <a:ext cx="3118104" cy="1033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Open a website in Chrome, hover to highlight elements, and click to capture HTML.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34440"/>
            <a:ext cx="3520440" cy="178308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1399032"/>
            <a:ext cx="31181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B82F6"/>
                </a:solidFill>
                <a:latin typeface="Aptos"/>
              </a:rPr>
              <a:t>Stability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1856232"/>
            <a:ext cx="3118104" cy="1033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Rank candidates as Excellent, Strong, Fair, or Weak using heuristic scores.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3520440" cy="178308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593592"/>
            <a:ext cx="31181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B82F6"/>
                </a:solidFill>
                <a:latin typeface="Aptos"/>
              </a:rPr>
              <a:t>Noise filtering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050791"/>
            <a:ext cx="3118104" cy="1033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Ignore volatile classes such as generated framework classes using custom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429000"/>
            <a:ext cx="3520440" cy="178308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593592"/>
            <a:ext cx="31181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B82F6"/>
                </a:solidFill>
                <a:latin typeface="Aptos"/>
              </a:rPr>
              <a:t>Live locator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050791"/>
            <a:ext cx="3118104" cy="1033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Check how many matching elements a selected locator finds on a target URL.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429000"/>
            <a:ext cx="3520440" cy="178308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3593592"/>
            <a:ext cx="31181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B82F6"/>
                </a:solidFill>
                <a:latin typeface="Aptos"/>
              </a:rPr>
              <a:t>Java code &amp; clipboard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4050791"/>
            <a:ext cx="3118104" cy="1033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Copy an expression, a Selenium By statement, or all candidates as Java snippets.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BECADE"/>
                </a:solidFill>
                <a:latin typeface="Aptos"/>
              </a:rPr>
              <a:t>SELENIUM LOCATOR GENERATOR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BECAD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280160"/>
            <a:ext cx="530352" cy="5303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408176"/>
            <a:ext cx="47548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23444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Choose an element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234440"/>
            <a:ext cx="6766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2E8F0"/>
                </a:solidFill>
                <a:latin typeface="Aptos"/>
              </a:rPr>
              <a:t>Paste its HTML or capture it from a live Chrome page.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423160"/>
            <a:ext cx="530352" cy="5303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551176"/>
            <a:ext cx="47548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7744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Generate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6766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2E8F0"/>
                </a:solidFill>
                <a:latin typeface="Aptos"/>
              </a:rPr>
              <a:t>The tool creates CSS and XPath candidates from attributes, text, classes and context.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566160"/>
            <a:ext cx="530352" cy="5303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694176"/>
            <a:ext cx="47548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52044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Review the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520440"/>
            <a:ext cx="6766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2E8F0"/>
                </a:solidFill>
                <a:latin typeface="Aptos"/>
              </a:rPr>
              <a:t>Compare strategy, score, match count (where available), and notes.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709159"/>
            <a:ext cx="530352" cy="5303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837176"/>
            <a:ext cx="47548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66344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Test &amp;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663440"/>
            <a:ext cx="6766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2E8F0"/>
                </a:solidFill>
                <a:latin typeface="Aptos"/>
              </a:rPr>
              <a:t>Test a selected locator against a URL, then copy the expression or Java By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9788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4ADE80"/>
                </a:solidFill>
                <a:latin typeface="Aptos"/>
              </a:rPr>
              <a:t>Built for a practical workflow: inspect → generate → evaluate → validate → reuse.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BECADE"/>
                </a:solidFill>
                <a:latin typeface="Aptos"/>
              </a:rPr>
              <a:t>SELENIUM LOCATOR GENERATOR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BECAD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4ADE80"/>
                </a:solidFill>
                <a:latin typeface="Aptos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143000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Faster locator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43000"/>
            <a:ext cx="7132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2E8F0"/>
                </a:solidFill>
                <a:latin typeface="Aptos"/>
              </a:rPr>
              <a:t>Generate several options at once instead of writing every candidate manually.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4ADE80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03120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Better decision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03120"/>
            <a:ext cx="7132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2E8F0"/>
                </a:solidFill>
                <a:latin typeface="Aptos"/>
              </a:rPr>
              <a:t>Scores and notes make it easier to compare selector approaches.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4ADE80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One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63240"/>
            <a:ext cx="7132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2E8F0"/>
                </a:solidFill>
                <a:latin typeface="Aptos"/>
              </a:rPr>
              <a:t>Element capture, generation, testing and Java copying are available in one desktop app.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4ADE80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023360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Flexible for real projects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023360"/>
            <a:ext cx="7132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2E8F0"/>
                </a:solidFill>
                <a:latin typeface="Aptos"/>
              </a:rPr>
              <a:t>Custom ignore patterns help filter classes that are likely to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4ADE80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983480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Less repetitive formatting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983480"/>
            <a:ext cx="7132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2E8F0"/>
                </a:solidFill>
                <a:latin typeface="Aptos"/>
              </a:rPr>
              <a:t>Copy-ready Selenium Java statements reduce manual conversion.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BECADE"/>
                </a:solidFill>
                <a:latin typeface="Aptos"/>
              </a:rPr>
              <a:t>SELENIUM LOCATOR GENERATOR 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BECAD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Benefits for QA 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257800" cy="118872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490472"/>
            <a:ext cx="48554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4ADE80"/>
                </a:solidFill>
                <a:latin typeface="Aptos"/>
              </a:rPr>
              <a:t>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947672"/>
            <a:ext cx="485546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Spend less time on repetitive selector drafting and Java formatting.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325880"/>
            <a:ext cx="5257800" cy="118872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6248" y="1490472"/>
            <a:ext cx="48554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B82F6"/>
                </a:solidFill>
                <a:latin typeface="Aptos"/>
              </a:rPr>
              <a:t>Maintainability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248" y="1947672"/>
            <a:ext cx="485546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Encourage consideration of stable attributes instead of relying only on volatile classes.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34639"/>
            <a:ext cx="5257800" cy="118872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99232"/>
            <a:ext cx="48554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ACC15"/>
                </a:solidFill>
                <a:latin typeface="Aptos"/>
              </a:rP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56432"/>
            <a:ext cx="485546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Use a common process to generate, compare and review locator candidates.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834639"/>
            <a:ext cx="5257800" cy="118872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999232"/>
            <a:ext cx="48554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B82F6"/>
                </a:solidFill>
                <a:latin typeface="Aptos"/>
              </a:rPr>
              <a:t>Faster 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3456432"/>
            <a:ext cx="485546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Match counts and live tests help identify selectors that match zero or multiple elements.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43400"/>
            <a:ext cx="5257800" cy="118872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507992"/>
            <a:ext cx="48554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4ADE80"/>
                </a:solidFill>
                <a:latin typeface="Aptos"/>
              </a:rPr>
              <a:t>Knowledge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965192"/>
            <a:ext cx="485546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Provide a repeatable starting point for junior and experienced automation engineers.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ECADE"/>
                </a:solidFill>
                <a:latin typeface="Aptos"/>
              </a:rPr>
              <a:t>Expected outcome: a more efficient locator workflow—not a replacement for engineering judgment or full test execution.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BECADE"/>
                </a:solidFill>
                <a:latin typeface="Aptos"/>
              </a:rPr>
              <a:t>SELENIUM LOCATOR GENERATOR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BECAD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058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Example: From Element to Java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5166360" cy="329184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399032"/>
            <a:ext cx="47640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B82F6"/>
                </a:solidFill>
                <a:latin typeface="Aptos"/>
              </a:rPr>
              <a:t>INPUT — HTML element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856232"/>
            <a:ext cx="4764024" cy="2542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 &lt;input id="username" name="userName"\n        placeholder="Enter username"\n        type="text"&gt;\n\nPaste the element or select it from Chrome.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57800" cy="329184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399032"/>
            <a:ext cx="48554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4ADE80"/>
                </a:solidFill>
                <a:latin typeface="Aptos"/>
              </a:rPr>
              <a:t>OUTPUT — Candidate locators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088" y="1856232"/>
            <a:ext cx="4855464" cy="2542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CSS:  input[id="username"]\nCSS:  #username\nXPath: //input[@id="username"]\nXPath: //input[@name="userName"]\n\nJava: By.id is not generated directly;\ncopy-ready By.cssSelector / By.xpath\nstatements are provided.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BECADE"/>
                </a:solidFill>
                <a:latin typeface="Aptos"/>
              </a:rPr>
              <a:t>The tool ranks candidates, but each locator should still be verified against the full page and application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BECADE"/>
                </a:solidFill>
                <a:latin typeface="Aptos"/>
              </a:rPr>
              <a:t>SELENIUM LOCATOR GENERATOR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BECAD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Technology &amp; Practical Notes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5166360" cy="201168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399032"/>
            <a:ext cx="47640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B82F6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856232"/>
            <a:ext cx="4764024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Python + Tkinter desktop UI\nBeautifulSoup for HTML parsing\nSelenium WebDriver for live Chrome interaction\nlxml for XPath match counting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57800" cy="201168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399032"/>
            <a:ext cx="48554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4ADE80"/>
                </a:solidFill>
                <a:latin typeface="Aptos"/>
              </a:rPr>
              <a:t>Setup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088" y="1856232"/>
            <a:ext cx="4855464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Python 3.8+\nGoogle Chrome\nInstall: beautifulsoup4, selenium, lxml\nRun: python locator_generator.py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657600"/>
            <a:ext cx="10789920" cy="1417320"/>
          </a:xfrm>
          <a:prstGeom prst="roundRect">
            <a:avLst/>
          </a:prstGeom>
          <a:solidFill>
            <a:srgbClr val="121D3B"/>
          </a:solidFill>
          <a:ln w="12700">
            <a:solidFill>
              <a:srgbClr val="25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822191"/>
            <a:ext cx="103875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ACC15"/>
                </a:solidFill>
                <a:latin typeface="Aptos"/>
              </a:rPr>
              <a:t>Important limitation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279392"/>
            <a:ext cx="10387584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Aptos"/>
              </a:rPr>
              <a:t>Scoring is heuristic, not a guarantee of long-term stability. Fragment match counts are not the same as uniqueness on the full live page. Use the live test and review the locator before adding it to a test suite.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Next step: pilot it with a few real application pages and collect QA team feedback.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BECADE"/>
                </a:solidFill>
                <a:latin typeface="Aptos"/>
              </a:rPr>
              <a:t>SELENIUM LOCATOR GENERATOR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BECAD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
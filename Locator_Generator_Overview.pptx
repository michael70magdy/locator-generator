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017cae51dd4422" /><Relationship Type="http://schemas.openxmlformats.org/officeDocument/2006/relationships/extended-properties" Target="/docProps/app.xml" Id="Re3065b0cd88c4971" /><Relationship Type="http://schemas.openxmlformats.org/officeDocument/2006/relationships/officeDocument" Target="/ppt/presentation.xml" Id="Rb03118f8164d45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f8d783946a4b4b"/>
  </p:sldMasterIdLst>
  <p:notesMasterIdLst>
    <p:notesMasterId xmlns:r="http://schemas.openxmlformats.org/officeDocument/2006/relationships" r:id="Ree8289940e94443a"/>
  </p:notesMasterIdLst>
  <p:sldIdLst>
    <p:sldId xmlns:r="http://schemas.openxmlformats.org/officeDocument/2006/relationships" id="256" r:id="R17983acc8a3d4c6d"/>
    <p:sldId xmlns:r="http://schemas.openxmlformats.org/officeDocument/2006/relationships" id="257" r:id="Rf4dfde999d8e476b"/>
    <p:sldId xmlns:r="http://schemas.openxmlformats.org/officeDocument/2006/relationships" id="258" r:id="R11574dfddecf4c5b"/>
    <p:sldId xmlns:r="http://schemas.openxmlformats.org/officeDocument/2006/relationships" id="259" r:id="Ra17f2b93ebca4010"/>
    <p:sldId xmlns:r="http://schemas.openxmlformats.org/officeDocument/2006/relationships" id="260" r:id="Rf461d950ed8f4971"/>
    <p:sldId xmlns:r="http://schemas.openxmlformats.org/officeDocument/2006/relationships" id="261" r:id="Rec70764a953d4c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10bb47a9cd4ec8" /><Relationship Type="http://schemas.openxmlformats.org/officeDocument/2006/relationships/slideMaster" Target="/ppt/slideMasters/slideMaster1.xml" Id="R68f8d783946a4b4b" /><Relationship Type="http://schemas.openxmlformats.org/officeDocument/2006/relationships/notesMaster" Target="/ppt/notesMasters/notesMaster1.xml" Id="Ree8289940e94443a" /><Relationship Type="http://schemas.openxmlformats.org/officeDocument/2006/relationships/presProps" Target="/ppt/presProps.xml" Id="R296ebc293b1d4860" /><Relationship Type="http://schemas.openxmlformats.org/officeDocument/2006/relationships/tableStyles" Target="/ppt/tableStyles.xml" Id="Rba52a787fbf74078" /><Relationship Type="http://schemas.openxmlformats.org/officeDocument/2006/relationships/slide" Target="/ppt/slides/slide1.xml" Id="R17983acc8a3d4c6d" /><Relationship Type="http://schemas.openxmlformats.org/officeDocument/2006/relationships/slide" Target="/ppt/slides/slide2.xml" Id="Rf4dfde999d8e476b" /><Relationship Type="http://schemas.openxmlformats.org/officeDocument/2006/relationships/slide" Target="/ppt/slides/slide3.xml" Id="R11574dfddecf4c5b" /><Relationship Type="http://schemas.openxmlformats.org/officeDocument/2006/relationships/slide" Target="/ppt/slides/slide4.xml" Id="Ra17f2b93ebca4010" /><Relationship Type="http://schemas.openxmlformats.org/officeDocument/2006/relationships/slide" Target="/ppt/slides/slide5.xml" Id="Rf461d950ed8f4971" /><Relationship Type="http://schemas.openxmlformats.org/officeDocument/2006/relationships/slide" Target="/ppt/slides/slide6.xml" Id="Rec70764a953d4c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0ccfc5ec644b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afc8c10f8a4bff" /><Relationship Type="http://schemas.openxmlformats.org/officeDocument/2006/relationships/notesMaster" Target="/ppt/notesMasters/notesMaster1.xml" Id="R7805f4de87324a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63bde12c714801" /><Relationship Type="http://schemas.openxmlformats.org/officeDocument/2006/relationships/notesMaster" Target="/ppt/notesMasters/notesMaster1.xml" Id="R11b33bdf227543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afcc71632e47bd" /><Relationship Type="http://schemas.openxmlformats.org/officeDocument/2006/relationships/notesMaster" Target="/ppt/notesMasters/notesMaster1.xml" Id="Rc0c555578b9344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21564313b346a5" /><Relationship Type="http://schemas.openxmlformats.org/officeDocument/2006/relationships/notesMaster" Target="/ppt/notesMasters/notesMaster1.xml" Id="R1cc8f7317c4841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7f778f8e9b4346" /><Relationship Type="http://schemas.openxmlformats.org/officeDocument/2006/relationships/notesMaster" Target="/ppt/notesMasters/notesMaster1.xml" Id="Rff6c458d3e4f4a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b6ee0b392d499e" /><Relationship Type="http://schemas.openxmlformats.org/officeDocument/2006/relationships/notesMaster" Target="/ppt/notesMasters/notesMaster1.xml" Id="R878ef2c3304d43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8d075e4fa64c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ed2fe458aa4e7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855797e27442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b66de069e347f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2b72ff7af743c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137cd230347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738F8A-A64E-46AB-A75E-03004936A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AF544E0-0176-485A-9935-4AA4A69D37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F1F379F-096A-4D99-A86D-E085DBC96B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2004632-D387-4704-88F7-8A87EE058E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63E2B23-4113-47D8-8694-AC96C5C9FB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7CBEA41-0853-4E3A-8A4E-722E8A457E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D05A771-A419-4CB5-A219-A2C8AA4C22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58965FA-0623-41B2-9A8B-08B00978CFB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822259-31C7-42D0-A4D1-05C302A356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38C8E7F-E7D4-4288-B608-69E1E9282A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fe52e6ce964e19" /><Relationship Type="http://schemas.openxmlformats.org/officeDocument/2006/relationships/slideLayout" Target="/ppt/slideLayouts/slideLayout1.xml" Id="R5ec3c3f20a314225" /><Relationship Type="http://schemas.openxmlformats.org/officeDocument/2006/relationships/slideLayout" Target="/ppt/slideLayouts/slideLayout2.xml" Id="R41f2eae597c24551" /><Relationship Type="http://schemas.openxmlformats.org/officeDocument/2006/relationships/slideLayout" Target="/ppt/slideLayouts/slideLayout3.xml" Id="Re1bb7026e5de4d0b" /><Relationship Type="http://schemas.openxmlformats.org/officeDocument/2006/relationships/slideLayout" Target="/ppt/slideLayouts/slideLayout4.xml" Id="R7d6bd65ede9b431e" /><Relationship Type="http://schemas.openxmlformats.org/officeDocument/2006/relationships/slideLayout" Target="/ppt/slideLayouts/slideLayout5.xml" Id="R4872655472514b7a" /><Relationship Type="http://schemas.openxmlformats.org/officeDocument/2006/relationships/slideLayout" Target="/ppt/slideLayouts/slideLayout6.xml" Id="R7ee27e742b3843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c3c3f20a314225"/>
    <p:sldLayoutId xmlns:r="http://schemas.openxmlformats.org/officeDocument/2006/relationships" id="2147483650" r:id="R41f2eae597c24551"/>
    <p:sldLayoutId xmlns:r="http://schemas.openxmlformats.org/officeDocument/2006/relationships" id="2147483651" r:id="Re1bb7026e5de4d0b"/>
    <p:sldLayoutId xmlns:r="http://schemas.openxmlformats.org/officeDocument/2006/relationships" id="2147483652" r:id="R7d6bd65ede9b431e"/>
    <p:sldLayoutId xmlns:r="http://schemas.openxmlformats.org/officeDocument/2006/relationships" id="2147483653" r:id="R4872655472514b7a"/>
    <p:sldLayoutId xmlns:r="http://schemas.openxmlformats.org/officeDocument/2006/relationships" id="2147483654" r:id="R7ee27e742b3843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1550bd402f4aa3" /><Relationship Type="http://schemas.openxmlformats.org/officeDocument/2006/relationships/image" Target="/ppt/media/image.png" Id="Rdcd8de09ea464e38" /><Relationship Type="http://schemas.openxmlformats.org/officeDocument/2006/relationships/notesSlide" Target="/ppt/notesSlides/notesSlide1.xml" Id="R29808211231a45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5e737afc4d4ac2" /><Relationship Type="http://schemas.openxmlformats.org/officeDocument/2006/relationships/notesSlide" Target="/ppt/notesSlides/notesSlide2.xml" Id="R1b61ae0a092f48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d37d2453fa4a9c" /><Relationship Type="http://schemas.openxmlformats.org/officeDocument/2006/relationships/image" Target="/ppt/media/image2.png" Id="Rca9ac6bf078d43b1" /><Relationship Type="http://schemas.openxmlformats.org/officeDocument/2006/relationships/notesSlide" Target="/ppt/notesSlides/notesSlide3.xml" Id="Ra161b21a923a4ce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feac499ab7488d" /><Relationship Type="http://schemas.openxmlformats.org/officeDocument/2006/relationships/image" Target="/ppt/media/image3.png" Id="Rcb7b55827b4f4cff" /><Relationship Type="http://schemas.openxmlformats.org/officeDocument/2006/relationships/notesSlide" Target="/ppt/notesSlides/notesSlide4.xml" Id="R859b4e07c1e448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77ccd774c340c0" /><Relationship Type="http://schemas.openxmlformats.org/officeDocument/2006/relationships/image" Target="/ppt/media/image4.png" Id="R53c9bf9e209b48b3" /><Relationship Type="http://schemas.openxmlformats.org/officeDocument/2006/relationships/notesSlide" Target="/ppt/notesSlides/notesSlide5.xml" Id="Rc59e0bc370644b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b2cefc0c5c4300" /><Relationship Type="http://schemas.openxmlformats.org/officeDocument/2006/relationships/image" Target="/ppt/media/image5.png" Id="R801085e8f5444c59" /><Relationship Type="http://schemas.openxmlformats.org/officeDocument/2006/relationships/notesSlide" Target="/ppt/notesSlides/notesSlide6.xml" Id="Rfb2fc1c82c054c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C92F57-68BA-4D7C-8922-366B193F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0F13F-33D1-4A25-BFA5-22B25E98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0487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93C5FD"/>
                </a:solidFill>
              </a:defRPr>
            </a:defPPr>
            <a:lvl1pPr>
              <a:defRPr sz="1050" b="1">
                <a:solidFill>
                  <a:srgbClr val="93C5FD"/>
                </a:solidFill>
              </a:defRPr>
            </a:lvl1pPr>
            <a:lvl2pPr>
              <a:defRPr sz="1050" b="1">
                <a:solidFill>
                  <a:srgbClr val="93C5FD"/>
                </a:solidFill>
              </a:defRPr>
            </a:lvl2pPr>
            <a:lvl3pPr>
              <a:defRPr sz="1050" b="1">
                <a:solidFill>
                  <a:srgbClr val="93C5FD"/>
                </a:solidFill>
              </a:defRPr>
            </a:lvl3pPr>
            <a:lvl4pPr>
              <a:defRPr sz="1050" b="1">
                <a:solidFill>
                  <a:srgbClr val="93C5FD"/>
                </a:solidFill>
              </a:defRPr>
            </a:lvl4pPr>
            <a:lvl5pPr>
              <a:defRPr sz="1050" b="1">
                <a:solidFill>
                  <a:srgbClr val="93C5FD"/>
                </a:solidFill>
              </a:defRPr>
            </a:lvl5pPr>
            <a:lvl6pPr>
              <a:defRPr sz="1050" b="1">
                <a:solidFill>
                  <a:srgbClr val="93C5FD"/>
                </a:solidFill>
              </a:defRPr>
            </a:lvl6pPr>
            <a:lvl7pPr>
              <a:defRPr sz="1050" b="1">
                <a:solidFill>
                  <a:srgbClr val="93C5FD"/>
                </a:solidFill>
              </a:defRPr>
            </a:lvl7pPr>
            <a:lvl8pPr>
              <a:defRPr sz="1050" b="1">
                <a:solidFill>
                  <a:srgbClr val="93C5FD"/>
                </a:solidFill>
              </a:defRPr>
            </a:lvl8pPr>
            <a:lvl9pPr>
              <a:defRPr sz="1050" b="1">
                <a:solidFill>
                  <a:srgbClr val="93C5FD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93C5FD"/>
                </a:solidFill>
              </a:defRPr>
            </a:pPr>
            <a:r>
              <a:rPr sz="1050" b="1">
                <a:solidFill>
                  <a:srgbClr val="93C5FD"/>
                </a:solidFill>
              </a:rPr>
              <a:t>LOCATOR GENERATOR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C1E9D-A129-4C94-9062-DC2C0FAA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571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300" b="1">
                <a:solidFill>
                  <a:srgbClr val="FFFFFF"/>
                </a:solidFill>
              </a:defRPr>
            </a:defPPr>
            <a:lvl1pPr>
              <a:defRPr sz="3300" b="1">
                <a:solidFill>
                  <a:srgbClr val="FFFFFF"/>
                </a:solidFill>
              </a:defRPr>
            </a:lvl1pPr>
            <a:lvl2pPr>
              <a:defRPr sz="3300" b="1">
                <a:solidFill>
                  <a:srgbClr val="FFFFFF"/>
                </a:solidFill>
              </a:defRPr>
            </a:lvl2pPr>
            <a:lvl3pPr>
              <a:defRPr sz="3300" b="1">
                <a:solidFill>
                  <a:srgbClr val="FFFFFF"/>
                </a:solidFill>
              </a:defRPr>
            </a:lvl3pPr>
            <a:lvl4pPr>
              <a:defRPr sz="3300" b="1">
                <a:solidFill>
                  <a:srgbClr val="FFFFFF"/>
                </a:solidFill>
              </a:defRPr>
            </a:lvl4pPr>
            <a:lvl5pPr>
              <a:defRPr sz="3300" b="1">
                <a:solidFill>
                  <a:srgbClr val="FFFFFF"/>
                </a:solidFill>
              </a:defRPr>
            </a:lvl5pPr>
            <a:lvl6pPr>
              <a:defRPr sz="3300" b="1">
                <a:solidFill>
                  <a:srgbClr val="FFFFFF"/>
                </a:solidFill>
              </a:defRPr>
            </a:lvl6pPr>
            <a:lvl7pPr>
              <a:defRPr sz="3300" b="1">
                <a:solidFill>
                  <a:srgbClr val="FFFFFF"/>
                </a:solidFill>
              </a:defRPr>
            </a:lvl7pPr>
            <a:lvl8pPr>
              <a:defRPr sz="3300" b="1">
                <a:solidFill>
                  <a:srgbClr val="FFFFFF"/>
                </a:solidFill>
              </a:defRPr>
            </a:lvl8pPr>
            <a:lvl9pPr>
              <a:defRPr sz="33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Build better UI</a:t>
            </a:r>
          </a:p>
          <a:p xmlns:a="http://schemas.openxmlformats.org/drawingml/2006/main">
            <a:pPr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automation locators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6B0EE-6A9C-49DB-B3BB-CF6CDD1F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0">
                <a:solidFill>
                  <a:srgbClr val="D4DFEE"/>
                </a:solidFill>
              </a:defRPr>
            </a:defPPr>
            <a:lvl1pPr>
              <a:defRPr sz="1650" b="0">
                <a:solidFill>
                  <a:srgbClr val="D4DFEE"/>
                </a:solidFill>
              </a:defRPr>
            </a:lvl1pPr>
            <a:lvl2pPr>
              <a:defRPr sz="1650" b="0">
                <a:solidFill>
                  <a:srgbClr val="D4DFEE"/>
                </a:solidFill>
              </a:defRPr>
            </a:lvl2pPr>
            <a:lvl3pPr>
              <a:defRPr sz="1650" b="0">
                <a:solidFill>
                  <a:srgbClr val="D4DFEE"/>
                </a:solidFill>
              </a:defRPr>
            </a:lvl3pPr>
            <a:lvl4pPr>
              <a:defRPr sz="1650" b="0">
                <a:solidFill>
                  <a:srgbClr val="D4DFEE"/>
                </a:solidFill>
              </a:defRPr>
            </a:lvl4pPr>
            <a:lvl5pPr>
              <a:defRPr sz="1650" b="0">
                <a:solidFill>
                  <a:srgbClr val="D4DFEE"/>
                </a:solidFill>
              </a:defRPr>
            </a:lvl5pPr>
            <a:lvl6pPr>
              <a:defRPr sz="1650" b="0">
                <a:solidFill>
                  <a:srgbClr val="D4DFEE"/>
                </a:solidFill>
              </a:defRPr>
            </a:lvl6pPr>
            <a:lvl7pPr>
              <a:defRPr sz="1650" b="0">
                <a:solidFill>
                  <a:srgbClr val="D4DFEE"/>
                </a:solidFill>
              </a:defRPr>
            </a:lvl7pPr>
            <a:lvl8pPr>
              <a:defRPr sz="1650" b="0">
                <a:solidFill>
                  <a:srgbClr val="D4DFEE"/>
                </a:solidFill>
              </a:defRPr>
            </a:lvl8pPr>
            <a:lvl9pPr>
              <a:defRPr sz="1650" b="0">
                <a:solidFill>
                  <a:srgbClr val="D4DFEE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4DFEE"/>
                </a:solidFill>
              </a:defRPr>
            </a:pPr>
            <a:r>
              <a:rPr sz="1650" b="0">
                <a:solidFill>
                  <a:srgbClr val="D4DFEE"/>
                </a:solidFill>
              </a:rPr>
              <a:t>Generate, select, audit, and export CSS and XPath selectors in one desktop workspace.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A9BE1-1B2F-418D-85A1-04B093DC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8F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34B6E-C49F-4FDC-B6E5-4B6FBE79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D4DFEE"/>
                </a:solidFill>
              </a:defRPr>
            </a:defPPr>
            <a:lvl1pPr>
              <a:defRPr sz="1200" b="0">
                <a:solidFill>
                  <a:srgbClr val="D4DFEE"/>
                </a:solidFill>
              </a:defRPr>
            </a:lvl1pPr>
            <a:lvl2pPr>
              <a:defRPr sz="1200" b="0">
                <a:solidFill>
                  <a:srgbClr val="D4DFEE"/>
                </a:solidFill>
              </a:defRPr>
            </a:lvl2pPr>
            <a:lvl3pPr>
              <a:defRPr sz="1200" b="0">
                <a:solidFill>
                  <a:srgbClr val="D4DFEE"/>
                </a:solidFill>
              </a:defRPr>
            </a:lvl3pPr>
            <a:lvl4pPr>
              <a:defRPr sz="1200" b="0">
                <a:solidFill>
                  <a:srgbClr val="D4DFEE"/>
                </a:solidFill>
              </a:defRPr>
            </a:lvl4pPr>
            <a:lvl5pPr>
              <a:defRPr sz="1200" b="0">
                <a:solidFill>
                  <a:srgbClr val="D4DFEE"/>
                </a:solidFill>
              </a:defRPr>
            </a:lvl5pPr>
            <a:lvl6pPr>
              <a:defRPr sz="1200" b="0">
                <a:solidFill>
                  <a:srgbClr val="D4DFEE"/>
                </a:solidFill>
              </a:defRPr>
            </a:lvl6pPr>
            <a:lvl7pPr>
              <a:defRPr sz="1200" b="0">
                <a:solidFill>
                  <a:srgbClr val="D4DFEE"/>
                </a:solidFill>
              </a:defRPr>
            </a:lvl7pPr>
            <a:lvl8pPr>
              <a:defRPr sz="1200" b="0">
                <a:solidFill>
                  <a:srgbClr val="D4DFEE"/>
                </a:solidFill>
              </a:defRPr>
            </a:lvl8pPr>
            <a:lvl9pPr>
              <a:defRPr sz="1200" b="0">
                <a:solidFill>
                  <a:srgbClr val="D4DFEE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D4DFEE"/>
                </a:solidFill>
              </a:defRPr>
            </a:pPr>
            <a:r>
              <a:rPr sz="1200" b="0">
                <a:solidFill>
                  <a:srgbClr val="D4DFEE"/>
                </a:solidFill>
              </a:rPr>
              <a:t>PySide6 desktop application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97F2A-858B-472B-B664-AF3694B595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d8de09ea464e38"/>
          <a:stretch xmlns:a="http://schemas.openxmlformats.org/drawingml/2006/main"/>
        </p:blipFill>
        <p:spPr>
          <a:xfrm xmlns:a="http://schemas.openxmlformats.org/drawingml/2006/main">
            <a:off x="6191250" y="1643063"/>
            <a:ext cx="5334000" cy="3333750"/>
          </a:xfrm>
          <a:prstGeom xmlns:a="http://schemas.openxmlformats.org/drawingml/2006/main" prst="roundRect">
            <a:avLst>
              <a:gd name="adj" fmla="val 2637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D4760-2C4E-4977-9C24-6D4698A2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A8B9D2"/>
                </a:solidFill>
              </a:defRPr>
            </a:defPPr>
            <a:lvl1pPr>
              <a:defRPr sz="1050" b="0">
                <a:solidFill>
                  <a:srgbClr val="A8B9D2"/>
                </a:solidFill>
              </a:defRPr>
            </a:lvl1pPr>
            <a:lvl2pPr>
              <a:defRPr sz="1050" b="0">
                <a:solidFill>
                  <a:srgbClr val="A8B9D2"/>
                </a:solidFill>
              </a:defRPr>
            </a:lvl2pPr>
            <a:lvl3pPr>
              <a:defRPr sz="1050" b="0">
                <a:solidFill>
                  <a:srgbClr val="A8B9D2"/>
                </a:solidFill>
              </a:defRPr>
            </a:lvl3pPr>
            <a:lvl4pPr>
              <a:defRPr sz="1050" b="0">
                <a:solidFill>
                  <a:srgbClr val="A8B9D2"/>
                </a:solidFill>
              </a:defRPr>
            </a:lvl4pPr>
            <a:lvl5pPr>
              <a:defRPr sz="1050" b="0">
                <a:solidFill>
                  <a:srgbClr val="A8B9D2"/>
                </a:solidFill>
              </a:defRPr>
            </a:lvl5pPr>
            <a:lvl6pPr>
              <a:defRPr sz="1050" b="0">
                <a:solidFill>
                  <a:srgbClr val="A8B9D2"/>
                </a:solidFill>
              </a:defRPr>
            </a:lvl6pPr>
            <a:lvl7pPr>
              <a:defRPr sz="1050" b="0">
                <a:solidFill>
                  <a:srgbClr val="A8B9D2"/>
                </a:solidFill>
              </a:defRPr>
            </a:lvl7pPr>
            <a:lvl8pPr>
              <a:defRPr sz="1050" b="0">
                <a:solidFill>
                  <a:srgbClr val="A8B9D2"/>
                </a:solidFill>
              </a:defRPr>
            </a:lvl8pPr>
            <a:lvl9pPr>
              <a:defRPr sz="1050" b="0">
                <a:solidFill>
                  <a:srgbClr val="A8B9D2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8B9D2"/>
                </a:solidFill>
              </a:defRPr>
            </a:pPr>
            <a:r>
              <a:rPr sz="1050" b="0">
                <a:solidFill>
                  <a:srgbClr val="A8B9D2"/>
                </a:solidFill>
              </a:rPr>
              <a:t>A practical workspace for test automation engineers</a:t>
            </a:r>
          </a:p>
        </p:txBody>
      </p:sp>
    </p:spTree>
    <p:extLst>
      <p:ext uri="{BB962C8B-B14F-4D97-AF65-F5344CB8AC3E}">
        <p14:creationId xmlns:p14="http://schemas.microsoft.com/office/powerpoint/2010/main" val="6657131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250F8D-585B-4E21-AEB1-47A80470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88FFED-4AA5-4608-9776-0F6C3F39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563EB"/>
                </a:solidFill>
              </a:defRPr>
            </a:defPPr>
            <a:lvl1pPr>
              <a:defRPr sz="975" b="1">
                <a:solidFill>
                  <a:srgbClr val="2563EB"/>
                </a:solidFill>
              </a:defRPr>
            </a:lvl1pPr>
            <a:lvl2pPr>
              <a:defRPr sz="975" b="1">
                <a:solidFill>
                  <a:srgbClr val="2563EB"/>
                </a:solidFill>
              </a:defRPr>
            </a:lvl2pPr>
            <a:lvl3pPr>
              <a:defRPr sz="975" b="1">
                <a:solidFill>
                  <a:srgbClr val="2563EB"/>
                </a:solidFill>
              </a:defRPr>
            </a:lvl3pPr>
            <a:lvl4pPr>
              <a:defRPr sz="975" b="1">
                <a:solidFill>
                  <a:srgbClr val="2563EB"/>
                </a:solidFill>
              </a:defRPr>
            </a:lvl4pPr>
            <a:lvl5pPr>
              <a:defRPr sz="975" b="1">
                <a:solidFill>
                  <a:srgbClr val="2563EB"/>
                </a:solidFill>
              </a:defRPr>
            </a:lvl5pPr>
            <a:lvl6pPr>
              <a:defRPr sz="975" b="1">
                <a:solidFill>
                  <a:srgbClr val="2563EB"/>
                </a:solidFill>
              </a:defRPr>
            </a:lvl6pPr>
            <a:lvl7pPr>
              <a:defRPr sz="975" b="1">
                <a:solidFill>
                  <a:srgbClr val="2563EB"/>
                </a:solidFill>
              </a:defRPr>
            </a:lvl7pPr>
            <a:lvl8pPr>
              <a:defRPr sz="975" b="1">
                <a:solidFill>
                  <a:srgbClr val="2563EB"/>
                </a:solidFill>
              </a:defRPr>
            </a:lvl8pPr>
            <a:lvl9pPr>
              <a:defRPr sz="97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APP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355FC-52F9-4396-80D4-26CC7235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72B4D"/>
                </a:solidFill>
              </a:defRPr>
            </a:defPPr>
            <a:lvl1pPr>
              <a:defRPr sz="2550" b="1">
                <a:solidFill>
                  <a:srgbClr val="172B4D"/>
                </a:solidFill>
              </a:defRPr>
            </a:lvl1pPr>
            <a:lvl2pPr>
              <a:defRPr sz="2550" b="1">
                <a:solidFill>
                  <a:srgbClr val="172B4D"/>
                </a:solidFill>
              </a:defRPr>
            </a:lvl2pPr>
            <a:lvl3pPr>
              <a:defRPr sz="2550" b="1">
                <a:solidFill>
                  <a:srgbClr val="172B4D"/>
                </a:solidFill>
              </a:defRPr>
            </a:lvl3pPr>
            <a:lvl4pPr>
              <a:defRPr sz="2550" b="1">
                <a:solidFill>
                  <a:srgbClr val="172B4D"/>
                </a:solidFill>
              </a:defRPr>
            </a:lvl4pPr>
            <a:lvl5pPr>
              <a:defRPr sz="2550" b="1">
                <a:solidFill>
                  <a:srgbClr val="172B4D"/>
                </a:solidFill>
              </a:defRPr>
            </a:lvl5pPr>
            <a:lvl6pPr>
              <a:defRPr sz="2550" b="1">
                <a:solidFill>
                  <a:srgbClr val="172B4D"/>
                </a:solidFill>
              </a:defRPr>
            </a:lvl6pPr>
            <a:lvl7pPr>
              <a:defRPr sz="2550" b="1">
                <a:solidFill>
                  <a:srgbClr val="172B4D"/>
                </a:solidFill>
              </a:defRPr>
            </a:lvl7pPr>
            <a:lvl8pPr>
              <a:defRPr sz="2550" b="1">
                <a:solidFill>
                  <a:srgbClr val="172B4D"/>
                </a:solidFill>
              </a:defRPr>
            </a:lvl8pPr>
            <a:lvl9pPr>
              <a:defRPr sz="255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</a:defRPr>
            </a:pPr>
            <a:r>
              <a:rPr sz="2550" b="1">
                <a:solidFill>
                  <a:srgbClr val="172B4D"/>
                </a:solidFill>
              </a:rPr>
              <a:t>One workflow from markup to reusable code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CF37F-7567-4E2E-BD23-68991C46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92D7A-770A-4991-8C92-99937DB7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0">
                <a:solidFill>
                  <a:srgbClr val="5E6F89"/>
                </a:solidFill>
              </a:defRPr>
            </a:defPPr>
            <a:lvl1pPr>
              <a:defRPr sz="825" b="0">
                <a:solidFill>
                  <a:srgbClr val="5E6F89"/>
                </a:solidFill>
              </a:defRPr>
            </a:lvl1pPr>
            <a:lvl2pPr>
              <a:defRPr sz="825" b="0">
                <a:solidFill>
                  <a:srgbClr val="5E6F89"/>
                </a:solidFill>
              </a:defRPr>
            </a:lvl2pPr>
            <a:lvl3pPr>
              <a:defRPr sz="825" b="0">
                <a:solidFill>
                  <a:srgbClr val="5E6F89"/>
                </a:solidFill>
              </a:defRPr>
            </a:lvl3pPr>
            <a:lvl4pPr>
              <a:defRPr sz="825" b="0">
                <a:solidFill>
                  <a:srgbClr val="5E6F89"/>
                </a:solidFill>
              </a:defRPr>
            </a:lvl4pPr>
            <a:lvl5pPr>
              <a:defRPr sz="825" b="0">
                <a:solidFill>
                  <a:srgbClr val="5E6F89"/>
                </a:solidFill>
              </a:defRPr>
            </a:lvl5pPr>
            <a:lvl6pPr>
              <a:defRPr sz="825" b="0">
                <a:solidFill>
                  <a:srgbClr val="5E6F89"/>
                </a:solidFill>
              </a:defRPr>
            </a:lvl6pPr>
            <a:lvl7pPr>
              <a:defRPr sz="825" b="0">
                <a:solidFill>
                  <a:srgbClr val="5E6F89"/>
                </a:solidFill>
              </a:defRPr>
            </a:lvl7pPr>
            <a:lvl8pPr>
              <a:defRPr sz="825" b="0">
                <a:solidFill>
                  <a:srgbClr val="5E6F89"/>
                </a:solidFill>
              </a:defRPr>
            </a:lvl8pPr>
            <a:lvl9pPr>
              <a:defRPr sz="82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E6F89"/>
                </a:solidFill>
              </a:defRPr>
            </a:pPr>
            <a:r>
              <a:rPr sz="825" b="0">
                <a:solidFill>
                  <a:srgbClr val="5E6F89"/>
                </a:solidFill>
              </a:rPr>
              <a:t>Locator Generator  •  CSS and XPath automation toolkit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81F434-4579-483F-865D-04174294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5E6F89"/>
                </a:solidFill>
              </a:defRPr>
            </a:defPPr>
            <a:lvl1pPr>
              <a:defRPr sz="1575" b="0">
                <a:solidFill>
                  <a:srgbClr val="5E6F89"/>
                </a:solidFill>
              </a:defRPr>
            </a:lvl1pPr>
            <a:lvl2pPr>
              <a:defRPr sz="1575" b="0">
                <a:solidFill>
                  <a:srgbClr val="5E6F89"/>
                </a:solidFill>
              </a:defRPr>
            </a:lvl2pPr>
            <a:lvl3pPr>
              <a:defRPr sz="1575" b="0">
                <a:solidFill>
                  <a:srgbClr val="5E6F89"/>
                </a:solidFill>
              </a:defRPr>
            </a:lvl3pPr>
            <a:lvl4pPr>
              <a:defRPr sz="1575" b="0">
                <a:solidFill>
                  <a:srgbClr val="5E6F89"/>
                </a:solidFill>
              </a:defRPr>
            </a:lvl4pPr>
            <a:lvl5pPr>
              <a:defRPr sz="1575" b="0">
                <a:solidFill>
                  <a:srgbClr val="5E6F89"/>
                </a:solidFill>
              </a:defRPr>
            </a:lvl5pPr>
            <a:lvl6pPr>
              <a:defRPr sz="1575" b="0">
                <a:solidFill>
                  <a:srgbClr val="5E6F89"/>
                </a:solidFill>
              </a:defRPr>
            </a:lvl6pPr>
            <a:lvl7pPr>
              <a:defRPr sz="1575" b="0">
                <a:solidFill>
                  <a:srgbClr val="5E6F89"/>
                </a:solidFill>
              </a:defRPr>
            </a:lvl7pPr>
            <a:lvl8pPr>
              <a:defRPr sz="1575" b="0">
                <a:solidFill>
                  <a:srgbClr val="5E6F89"/>
                </a:solidFill>
              </a:defRPr>
            </a:lvl8pPr>
            <a:lvl9pPr>
              <a:defRPr sz="157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E6F89"/>
                </a:solidFill>
              </a:defRPr>
            </a:pPr>
            <a:r>
              <a:rPr sz="1575" b="0">
                <a:solidFill>
                  <a:srgbClr val="5E6F89"/>
                </a:solidFill>
              </a:rPr>
              <a:t>Turn page elements into reviewed selectors, then carry the ones you trust into code and exports.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1EA55-4E83-4CF7-A37C-F21E987C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17FD2-B5A5-42CB-936C-78B62136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FFFFFF"/>
                </a:solidFill>
              </a:defRPr>
            </a:defPPr>
            <a:lvl1pPr>
              <a:defRPr sz="1350" b="1">
                <a:solidFill>
                  <a:srgbClr val="FFFFFF"/>
                </a:solidFill>
              </a:defRPr>
            </a:lvl1pPr>
            <a:lvl2pPr>
              <a:defRPr sz="1350" b="1">
                <a:solidFill>
                  <a:srgbClr val="FFFFFF"/>
                </a:solidFill>
              </a:defRPr>
            </a:lvl2pPr>
            <a:lvl3pPr>
              <a:defRPr sz="1350" b="1">
                <a:solidFill>
                  <a:srgbClr val="FFFFFF"/>
                </a:solidFill>
              </a:defRPr>
            </a:lvl3pPr>
            <a:lvl4pPr>
              <a:defRPr sz="1350" b="1">
                <a:solidFill>
                  <a:srgbClr val="FFFFFF"/>
                </a:solidFill>
              </a:defRPr>
            </a:lvl4pPr>
            <a:lvl5pPr>
              <a:defRPr sz="1350" b="1">
                <a:solidFill>
                  <a:srgbClr val="FFFFFF"/>
                </a:solidFill>
              </a:defRPr>
            </a:lvl5pPr>
            <a:lvl6pPr>
              <a:defRPr sz="1350" b="1">
                <a:solidFill>
                  <a:srgbClr val="FFFFFF"/>
                </a:solidFill>
              </a:defRPr>
            </a:lvl6pPr>
            <a:lvl7pPr>
              <a:defRPr sz="1350" b="1">
                <a:solidFill>
                  <a:srgbClr val="FFFFFF"/>
                </a:solidFill>
              </a:defRPr>
            </a:lvl7pPr>
            <a:lvl8pPr>
              <a:defRPr sz="1350" b="1">
                <a:solidFill>
                  <a:srgbClr val="FFFFFF"/>
                </a:solidFill>
              </a:defRPr>
            </a:lvl8pPr>
            <a:lvl9pPr>
              <a:defRPr sz="13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0E733-0334-428F-B6E7-907442B6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1932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72B4D"/>
                </a:solidFill>
              </a:defRPr>
            </a:defPPr>
            <a:lvl1pPr>
              <a:defRPr sz="1500" b="1">
                <a:solidFill>
                  <a:srgbClr val="172B4D"/>
                </a:solidFill>
              </a:defRPr>
            </a:lvl1pPr>
            <a:lvl2pPr>
              <a:defRPr sz="1500" b="1">
                <a:solidFill>
                  <a:srgbClr val="172B4D"/>
                </a:solidFill>
              </a:defRPr>
            </a:lvl2pPr>
            <a:lvl3pPr>
              <a:defRPr sz="1500" b="1">
                <a:solidFill>
                  <a:srgbClr val="172B4D"/>
                </a:solidFill>
              </a:defRPr>
            </a:lvl3pPr>
            <a:lvl4pPr>
              <a:defRPr sz="1500" b="1">
                <a:solidFill>
                  <a:srgbClr val="172B4D"/>
                </a:solidFill>
              </a:defRPr>
            </a:lvl4pPr>
            <a:lvl5pPr>
              <a:defRPr sz="1500" b="1">
                <a:solidFill>
                  <a:srgbClr val="172B4D"/>
                </a:solidFill>
              </a:defRPr>
            </a:lvl5pPr>
            <a:lvl6pPr>
              <a:defRPr sz="1500" b="1">
                <a:solidFill>
                  <a:srgbClr val="172B4D"/>
                </a:solidFill>
              </a:defRPr>
            </a:lvl6pPr>
            <a:lvl7pPr>
              <a:defRPr sz="1500" b="1">
                <a:solidFill>
                  <a:srgbClr val="172B4D"/>
                </a:solidFill>
              </a:defRPr>
            </a:lvl7pPr>
            <a:lvl8pPr>
              <a:defRPr sz="1500" b="1">
                <a:solidFill>
                  <a:srgbClr val="172B4D"/>
                </a:solidFill>
              </a:defRPr>
            </a:lvl8pPr>
            <a:lvl9pPr>
              <a:defRPr sz="150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D"/>
                </a:solidFill>
              </a:defRPr>
            </a:pPr>
            <a:r>
              <a:rPr sz="1500" b="1">
                <a:solidFill>
                  <a:srgbClr val="172B4D"/>
                </a:solidFill>
              </a:rPr>
              <a:t>Generate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D868F1-16EB-4172-B62F-A3AB5EAC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193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E6F89"/>
                </a:solidFill>
              </a:defRPr>
            </a:defPPr>
            <a:lvl1pPr>
              <a:defRPr sz="1275" b="0">
                <a:solidFill>
                  <a:srgbClr val="5E6F89"/>
                </a:solidFill>
              </a:defRPr>
            </a:lvl1pPr>
            <a:lvl2pPr>
              <a:defRPr sz="1275" b="0">
                <a:solidFill>
                  <a:srgbClr val="5E6F89"/>
                </a:solidFill>
              </a:defRPr>
            </a:lvl2pPr>
            <a:lvl3pPr>
              <a:defRPr sz="1275" b="0">
                <a:solidFill>
                  <a:srgbClr val="5E6F89"/>
                </a:solidFill>
              </a:defRPr>
            </a:lvl3pPr>
            <a:lvl4pPr>
              <a:defRPr sz="1275" b="0">
                <a:solidFill>
                  <a:srgbClr val="5E6F89"/>
                </a:solidFill>
              </a:defRPr>
            </a:lvl4pPr>
            <a:lvl5pPr>
              <a:defRPr sz="1275" b="0">
                <a:solidFill>
                  <a:srgbClr val="5E6F89"/>
                </a:solidFill>
              </a:defRPr>
            </a:lvl5pPr>
            <a:lvl6pPr>
              <a:defRPr sz="1275" b="0">
                <a:solidFill>
                  <a:srgbClr val="5E6F89"/>
                </a:solidFill>
              </a:defRPr>
            </a:lvl6pPr>
            <a:lvl7pPr>
              <a:defRPr sz="1275" b="0">
                <a:solidFill>
                  <a:srgbClr val="5E6F89"/>
                </a:solidFill>
              </a:defRPr>
            </a:lvl7pPr>
            <a:lvl8pPr>
              <a:defRPr sz="1275" b="0">
                <a:solidFill>
                  <a:srgbClr val="5E6F89"/>
                </a:solidFill>
              </a:defRPr>
            </a:lvl8pPr>
            <a:lvl9pPr>
              <a:defRPr sz="127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E6F89"/>
                </a:solidFill>
              </a:defRPr>
            </a:pPr>
            <a:r>
              <a:rPr sz="1275" b="0">
                <a:solidFill>
                  <a:srgbClr val="5E6F89"/>
                </a:solidFill>
              </a:rPr>
              <a:t>Create ranked CSS and XPath candidates from HTML or a live page.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C569D1-9913-4EB6-B855-D3F24721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132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7D5F2-997C-4A52-AFF3-D5CC6F3D4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13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FFFFFF"/>
                </a:solidFill>
              </a:defRPr>
            </a:defPPr>
            <a:lvl1pPr>
              <a:defRPr sz="1350" b="1">
                <a:solidFill>
                  <a:srgbClr val="FFFFFF"/>
                </a:solidFill>
              </a:defRPr>
            </a:lvl1pPr>
            <a:lvl2pPr>
              <a:defRPr sz="1350" b="1">
                <a:solidFill>
                  <a:srgbClr val="FFFFFF"/>
                </a:solidFill>
              </a:defRPr>
            </a:lvl2pPr>
            <a:lvl3pPr>
              <a:defRPr sz="1350" b="1">
                <a:solidFill>
                  <a:srgbClr val="FFFFFF"/>
                </a:solidFill>
              </a:defRPr>
            </a:lvl3pPr>
            <a:lvl4pPr>
              <a:defRPr sz="1350" b="1">
                <a:solidFill>
                  <a:srgbClr val="FFFFFF"/>
                </a:solidFill>
              </a:defRPr>
            </a:lvl4pPr>
            <a:lvl5pPr>
              <a:defRPr sz="1350" b="1">
                <a:solidFill>
                  <a:srgbClr val="FFFFFF"/>
                </a:solidFill>
              </a:defRPr>
            </a:lvl5pPr>
            <a:lvl6pPr>
              <a:defRPr sz="1350" b="1">
                <a:solidFill>
                  <a:srgbClr val="FFFFFF"/>
                </a:solidFill>
              </a:defRPr>
            </a:lvl6pPr>
            <a:lvl7pPr>
              <a:defRPr sz="1350" b="1">
                <a:solidFill>
                  <a:srgbClr val="FFFFFF"/>
                </a:solidFill>
              </a:defRPr>
            </a:lvl7pPr>
            <a:lvl8pPr>
              <a:defRPr sz="1350" b="1">
                <a:solidFill>
                  <a:srgbClr val="FFFFFF"/>
                </a:solidFill>
              </a:defRPr>
            </a:lvl8pPr>
            <a:lvl9pPr>
              <a:defRPr sz="13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2023D3-7DCF-41CE-AD89-7417E16E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6227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72B4D"/>
                </a:solidFill>
              </a:defRPr>
            </a:defPPr>
            <a:lvl1pPr>
              <a:defRPr sz="1500" b="1">
                <a:solidFill>
                  <a:srgbClr val="172B4D"/>
                </a:solidFill>
              </a:defRPr>
            </a:lvl1pPr>
            <a:lvl2pPr>
              <a:defRPr sz="1500" b="1">
                <a:solidFill>
                  <a:srgbClr val="172B4D"/>
                </a:solidFill>
              </a:defRPr>
            </a:lvl2pPr>
            <a:lvl3pPr>
              <a:defRPr sz="1500" b="1">
                <a:solidFill>
                  <a:srgbClr val="172B4D"/>
                </a:solidFill>
              </a:defRPr>
            </a:lvl3pPr>
            <a:lvl4pPr>
              <a:defRPr sz="1500" b="1">
                <a:solidFill>
                  <a:srgbClr val="172B4D"/>
                </a:solidFill>
              </a:defRPr>
            </a:lvl4pPr>
            <a:lvl5pPr>
              <a:defRPr sz="1500" b="1">
                <a:solidFill>
                  <a:srgbClr val="172B4D"/>
                </a:solidFill>
              </a:defRPr>
            </a:lvl5pPr>
            <a:lvl6pPr>
              <a:defRPr sz="1500" b="1">
                <a:solidFill>
                  <a:srgbClr val="172B4D"/>
                </a:solidFill>
              </a:defRPr>
            </a:lvl6pPr>
            <a:lvl7pPr>
              <a:defRPr sz="1500" b="1">
                <a:solidFill>
                  <a:srgbClr val="172B4D"/>
                </a:solidFill>
              </a:defRPr>
            </a:lvl7pPr>
            <a:lvl8pPr>
              <a:defRPr sz="1500" b="1">
                <a:solidFill>
                  <a:srgbClr val="172B4D"/>
                </a:solidFill>
              </a:defRPr>
            </a:lvl8pPr>
            <a:lvl9pPr>
              <a:defRPr sz="150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D"/>
                </a:solidFill>
              </a:defRPr>
            </a:pPr>
            <a:r>
              <a:rPr sz="1500" b="1">
                <a:solidFill>
                  <a:srgbClr val="172B4D"/>
                </a:solidFill>
              </a:rPr>
              <a:t>Choose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39588-DF4F-41F9-B63B-CA70710E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622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E6F89"/>
                </a:solidFill>
              </a:defRPr>
            </a:defPPr>
            <a:lvl1pPr>
              <a:defRPr sz="1275" b="0">
                <a:solidFill>
                  <a:srgbClr val="5E6F89"/>
                </a:solidFill>
              </a:defRPr>
            </a:lvl1pPr>
            <a:lvl2pPr>
              <a:defRPr sz="1275" b="0">
                <a:solidFill>
                  <a:srgbClr val="5E6F89"/>
                </a:solidFill>
              </a:defRPr>
            </a:lvl2pPr>
            <a:lvl3pPr>
              <a:defRPr sz="1275" b="0">
                <a:solidFill>
                  <a:srgbClr val="5E6F89"/>
                </a:solidFill>
              </a:defRPr>
            </a:lvl3pPr>
            <a:lvl4pPr>
              <a:defRPr sz="1275" b="0">
                <a:solidFill>
                  <a:srgbClr val="5E6F89"/>
                </a:solidFill>
              </a:defRPr>
            </a:lvl4pPr>
            <a:lvl5pPr>
              <a:defRPr sz="1275" b="0">
                <a:solidFill>
                  <a:srgbClr val="5E6F89"/>
                </a:solidFill>
              </a:defRPr>
            </a:lvl5pPr>
            <a:lvl6pPr>
              <a:defRPr sz="1275" b="0">
                <a:solidFill>
                  <a:srgbClr val="5E6F89"/>
                </a:solidFill>
              </a:defRPr>
            </a:lvl6pPr>
            <a:lvl7pPr>
              <a:defRPr sz="1275" b="0">
                <a:solidFill>
                  <a:srgbClr val="5E6F89"/>
                </a:solidFill>
              </a:defRPr>
            </a:lvl7pPr>
            <a:lvl8pPr>
              <a:defRPr sz="1275" b="0">
                <a:solidFill>
                  <a:srgbClr val="5E6F89"/>
                </a:solidFill>
              </a:defRPr>
            </a:lvl8pPr>
            <a:lvl9pPr>
              <a:defRPr sz="127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E6F89"/>
                </a:solidFill>
              </a:defRPr>
            </a:pPr>
            <a:r>
              <a:rPr sz="1275" b="0">
                <a:solidFill>
                  <a:srgbClr val="5E6F89"/>
                </a:solidFill>
              </a:rPr>
              <a:t>Select individual results or mark all generated selectors.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DCB319-8754-499A-B9FD-B27F2048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2427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82D6C3-759E-45FA-AC42-9A100A57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242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FFFFFF"/>
                </a:solidFill>
              </a:defRPr>
            </a:defPPr>
            <a:lvl1pPr>
              <a:defRPr sz="1350" b="1">
                <a:solidFill>
                  <a:srgbClr val="FFFFFF"/>
                </a:solidFill>
              </a:defRPr>
            </a:lvl1pPr>
            <a:lvl2pPr>
              <a:defRPr sz="1350" b="1">
                <a:solidFill>
                  <a:srgbClr val="FFFFFF"/>
                </a:solidFill>
              </a:defRPr>
            </a:lvl2pPr>
            <a:lvl3pPr>
              <a:defRPr sz="1350" b="1">
                <a:solidFill>
                  <a:srgbClr val="FFFFFF"/>
                </a:solidFill>
              </a:defRPr>
            </a:lvl3pPr>
            <a:lvl4pPr>
              <a:defRPr sz="1350" b="1">
                <a:solidFill>
                  <a:srgbClr val="FFFFFF"/>
                </a:solidFill>
              </a:defRPr>
            </a:lvl4pPr>
            <a:lvl5pPr>
              <a:defRPr sz="1350" b="1">
                <a:solidFill>
                  <a:srgbClr val="FFFFFF"/>
                </a:solidFill>
              </a:defRPr>
            </a:lvl5pPr>
            <a:lvl6pPr>
              <a:defRPr sz="1350" b="1">
                <a:solidFill>
                  <a:srgbClr val="FFFFFF"/>
                </a:solidFill>
              </a:defRPr>
            </a:lvl6pPr>
            <a:lvl7pPr>
              <a:defRPr sz="1350" b="1">
                <a:solidFill>
                  <a:srgbClr val="FFFFFF"/>
                </a:solidFill>
              </a:defRPr>
            </a:lvl7pPr>
            <a:lvl8pPr>
              <a:defRPr sz="1350" b="1">
                <a:solidFill>
                  <a:srgbClr val="FFFFFF"/>
                </a:solidFill>
              </a:defRPr>
            </a:lvl8pPr>
            <a:lvl9pPr>
              <a:defRPr sz="13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7E4B78-22DC-4E2F-9DAD-0FA4BC4D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0522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72B4D"/>
                </a:solidFill>
              </a:defRPr>
            </a:defPPr>
            <a:lvl1pPr>
              <a:defRPr sz="1500" b="1">
                <a:solidFill>
                  <a:srgbClr val="172B4D"/>
                </a:solidFill>
              </a:defRPr>
            </a:lvl1pPr>
            <a:lvl2pPr>
              <a:defRPr sz="1500" b="1">
                <a:solidFill>
                  <a:srgbClr val="172B4D"/>
                </a:solidFill>
              </a:defRPr>
            </a:lvl2pPr>
            <a:lvl3pPr>
              <a:defRPr sz="1500" b="1">
                <a:solidFill>
                  <a:srgbClr val="172B4D"/>
                </a:solidFill>
              </a:defRPr>
            </a:lvl3pPr>
            <a:lvl4pPr>
              <a:defRPr sz="1500" b="1">
                <a:solidFill>
                  <a:srgbClr val="172B4D"/>
                </a:solidFill>
              </a:defRPr>
            </a:lvl4pPr>
            <a:lvl5pPr>
              <a:defRPr sz="1500" b="1">
                <a:solidFill>
                  <a:srgbClr val="172B4D"/>
                </a:solidFill>
              </a:defRPr>
            </a:lvl5pPr>
            <a:lvl6pPr>
              <a:defRPr sz="1500" b="1">
                <a:solidFill>
                  <a:srgbClr val="172B4D"/>
                </a:solidFill>
              </a:defRPr>
            </a:lvl6pPr>
            <a:lvl7pPr>
              <a:defRPr sz="1500" b="1">
                <a:solidFill>
                  <a:srgbClr val="172B4D"/>
                </a:solidFill>
              </a:defRPr>
            </a:lvl7pPr>
            <a:lvl8pPr>
              <a:defRPr sz="1500" b="1">
                <a:solidFill>
                  <a:srgbClr val="172B4D"/>
                </a:solidFill>
              </a:defRPr>
            </a:lvl8pPr>
            <a:lvl9pPr>
              <a:defRPr sz="150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D"/>
                </a:solidFill>
              </a:defRPr>
            </a:pPr>
            <a:r>
              <a:rPr sz="1500" b="1">
                <a:solidFill>
                  <a:srgbClr val="172B4D"/>
                </a:solidFill>
              </a:rPr>
              <a:t>Reuse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EEA069-A35B-443A-840A-A95BCD83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052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E6F89"/>
                </a:solidFill>
              </a:defRPr>
            </a:defPPr>
            <a:lvl1pPr>
              <a:defRPr sz="1275" b="0">
                <a:solidFill>
                  <a:srgbClr val="5E6F89"/>
                </a:solidFill>
              </a:defRPr>
            </a:lvl1pPr>
            <a:lvl2pPr>
              <a:defRPr sz="1275" b="0">
                <a:solidFill>
                  <a:srgbClr val="5E6F89"/>
                </a:solidFill>
              </a:defRPr>
            </a:lvl2pPr>
            <a:lvl3pPr>
              <a:defRPr sz="1275" b="0">
                <a:solidFill>
                  <a:srgbClr val="5E6F89"/>
                </a:solidFill>
              </a:defRPr>
            </a:lvl3pPr>
            <a:lvl4pPr>
              <a:defRPr sz="1275" b="0">
                <a:solidFill>
                  <a:srgbClr val="5E6F89"/>
                </a:solidFill>
              </a:defRPr>
            </a:lvl4pPr>
            <a:lvl5pPr>
              <a:defRPr sz="1275" b="0">
                <a:solidFill>
                  <a:srgbClr val="5E6F89"/>
                </a:solidFill>
              </a:defRPr>
            </a:lvl5pPr>
            <a:lvl6pPr>
              <a:defRPr sz="1275" b="0">
                <a:solidFill>
                  <a:srgbClr val="5E6F89"/>
                </a:solidFill>
              </a:defRPr>
            </a:lvl6pPr>
            <a:lvl7pPr>
              <a:defRPr sz="1275" b="0">
                <a:solidFill>
                  <a:srgbClr val="5E6F89"/>
                </a:solidFill>
              </a:defRPr>
            </a:lvl7pPr>
            <a:lvl8pPr>
              <a:defRPr sz="1275" b="0">
                <a:solidFill>
                  <a:srgbClr val="5E6F89"/>
                </a:solidFill>
              </a:defRPr>
            </a:lvl8pPr>
            <a:lvl9pPr>
              <a:defRPr sz="127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E6F89"/>
                </a:solidFill>
              </a:defRPr>
            </a:pPr>
            <a:r>
              <a:rPr sz="1275" b="0">
                <a:solidFill>
                  <a:srgbClr val="5E6F89"/>
                </a:solidFill>
              </a:rPr>
              <a:t>Create Page Objects with names that match your test code.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6D646D-AC75-412E-96B9-775071E7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6722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8F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CB3A7C-D9AF-474A-86FE-071354E7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672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FFFFFF"/>
                </a:solidFill>
              </a:defRPr>
            </a:defPPr>
            <a:lvl1pPr>
              <a:defRPr sz="1350" b="1">
                <a:solidFill>
                  <a:srgbClr val="FFFFFF"/>
                </a:solidFill>
              </a:defRPr>
            </a:lvl1pPr>
            <a:lvl2pPr>
              <a:defRPr sz="1350" b="1">
                <a:solidFill>
                  <a:srgbClr val="FFFFFF"/>
                </a:solidFill>
              </a:defRPr>
            </a:lvl2pPr>
            <a:lvl3pPr>
              <a:defRPr sz="1350" b="1">
                <a:solidFill>
                  <a:srgbClr val="FFFFFF"/>
                </a:solidFill>
              </a:defRPr>
            </a:lvl3pPr>
            <a:lvl4pPr>
              <a:defRPr sz="1350" b="1">
                <a:solidFill>
                  <a:srgbClr val="FFFFFF"/>
                </a:solidFill>
              </a:defRPr>
            </a:lvl4pPr>
            <a:lvl5pPr>
              <a:defRPr sz="1350" b="1">
                <a:solidFill>
                  <a:srgbClr val="FFFFFF"/>
                </a:solidFill>
              </a:defRPr>
            </a:lvl5pPr>
            <a:lvl6pPr>
              <a:defRPr sz="1350" b="1">
                <a:solidFill>
                  <a:srgbClr val="FFFFFF"/>
                </a:solidFill>
              </a:defRPr>
            </a:lvl6pPr>
            <a:lvl7pPr>
              <a:defRPr sz="1350" b="1">
                <a:solidFill>
                  <a:srgbClr val="FFFFFF"/>
                </a:solidFill>
              </a:defRPr>
            </a:lvl7pPr>
            <a:lvl8pPr>
              <a:defRPr sz="1350" b="1">
                <a:solidFill>
                  <a:srgbClr val="FFFFFF"/>
                </a:solidFill>
              </a:defRPr>
            </a:lvl8pPr>
            <a:lvl9pPr>
              <a:defRPr sz="13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62E87-F486-4430-AC73-518C8672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4817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72B4D"/>
                </a:solidFill>
              </a:defRPr>
            </a:defPPr>
            <a:lvl1pPr>
              <a:defRPr sz="1500" b="1">
                <a:solidFill>
                  <a:srgbClr val="172B4D"/>
                </a:solidFill>
              </a:defRPr>
            </a:lvl1pPr>
            <a:lvl2pPr>
              <a:defRPr sz="1500" b="1">
                <a:solidFill>
                  <a:srgbClr val="172B4D"/>
                </a:solidFill>
              </a:defRPr>
            </a:lvl2pPr>
            <a:lvl3pPr>
              <a:defRPr sz="1500" b="1">
                <a:solidFill>
                  <a:srgbClr val="172B4D"/>
                </a:solidFill>
              </a:defRPr>
            </a:lvl3pPr>
            <a:lvl4pPr>
              <a:defRPr sz="1500" b="1">
                <a:solidFill>
                  <a:srgbClr val="172B4D"/>
                </a:solidFill>
              </a:defRPr>
            </a:lvl4pPr>
            <a:lvl5pPr>
              <a:defRPr sz="1500" b="1">
                <a:solidFill>
                  <a:srgbClr val="172B4D"/>
                </a:solidFill>
              </a:defRPr>
            </a:lvl5pPr>
            <a:lvl6pPr>
              <a:defRPr sz="1500" b="1">
                <a:solidFill>
                  <a:srgbClr val="172B4D"/>
                </a:solidFill>
              </a:defRPr>
            </a:lvl6pPr>
            <a:lvl7pPr>
              <a:defRPr sz="1500" b="1">
                <a:solidFill>
                  <a:srgbClr val="172B4D"/>
                </a:solidFill>
              </a:defRPr>
            </a:lvl7pPr>
            <a:lvl8pPr>
              <a:defRPr sz="1500" b="1">
                <a:solidFill>
                  <a:srgbClr val="172B4D"/>
                </a:solidFill>
              </a:defRPr>
            </a:lvl8pPr>
            <a:lvl9pPr>
              <a:defRPr sz="150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D"/>
                </a:solidFill>
              </a:defRPr>
            </a:pPr>
            <a:r>
              <a:rPr sz="1500" b="1">
                <a:solidFill>
                  <a:srgbClr val="172B4D"/>
                </a:solidFill>
              </a:rPr>
              <a:t>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7363E1-BA75-4CBE-88F8-467FB1BA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48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E6F89"/>
                </a:solidFill>
              </a:defRPr>
            </a:defPPr>
            <a:lvl1pPr>
              <a:defRPr sz="1275" b="0">
                <a:solidFill>
                  <a:srgbClr val="5E6F89"/>
                </a:solidFill>
              </a:defRPr>
            </a:lvl1pPr>
            <a:lvl2pPr>
              <a:defRPr sz="1275" b="0">
                <a:solidFill>
                  <a:srgbClr val="5E6F89"/>
                </a:solidFill>
              </a:defRPr>
            </a:lvl2pPr>
            <a:lvl3pPr>
              <a:defRPr sz="1275" b="0">
                <a:solidFill>
                  <a:srgbClr val="5E6F89"/>
                </a:solidFill>
              </a:defRPr>
            </a:lvl3pPr>
            <a:lvl4pPr>
              <a:defRPr sz="1275" b="0">
                <a:solidFill>
                  <a:srgbClr val="5E6F89"/>
                </a:solidFill>
              </a:defRPr>
            </a:lvl4pPr>
            <a:lvl5pPr>
              <a:defRPr sz="1275" b="0">
                <a:solidFill>
                  <a:srgbClr val="5E6F89"/>
                </a:solidFill>
              </a:defRPr>
            </a:lvl5pPr>
            <a:lvl6pPr>
              <a:defRPr sz="1275" b="0">
                <a:solidFill>
                  <a:srgbClr val="5E6F89"/>
                </a:solidFill>
              </a:defRPr>
            </a:lvl6pPr>
            <a:lvl7pPr>
              <a:defRPr sz="1275" b="0">
                <a:solidFill>
                  <a:srgbClr val="5E6F89"/>
                </a:solidFill>
              </a:defRPr>
            </a:lvl7pPr>
            <a:lvl8pPr>
              <a:defRPr sz="1275" b="0">
                <a:solidFill>
                  <a:srgbClr val="5E6F89"/>
                </a:solidFill>
              </a:defRPr>
            </a:lvl8pPr>
            <a:lvl9pPr>
              <a:defRPr sz="127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E6F89"/>
                </a:solidFill>
              </a:defRPr>
            </a:pPr>
            <a:r>
              <a:rPr sz="1275" b="0">
                <a:solidFill>
                  <a:srgbClr val="5E6F89"/>
                </a:solidFill>
              </a:rPr>
              <a:t>Validate locators and inspect snapshot-based fallback ideas.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770F86-D0C5-490F-970B-952417D8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017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7459F1-7D2A-4A9C-AD31-869434A0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01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FFFFFF"/>
                </a:solidFill>
              </a:defRPr>
            </a:defPPr>
            <a:lvl1pPr>
              <a:defRPr sz="1350" b="1">
                <a:solidFill>
                  <a:srgbClr val="FFFFFF"/>
                </a:solidFill>
              </a:defRPr>
            </a:lvl1pPr>
            <a:lvl2pPr>
              <a:defRPr sz="1350" b="1">
                <a:solidFill>
                  <a:srgbClr val="FFFFFF"/>
                </a:solidFill>
              </a:defRPr>
            </a:lvl2pPr>
            <a:lvl3pPr>
              <a:defRPr sz="1350" b="1">
                <a:solidFill>
                  <a:srgbClr val="FFFFFF"/>
                </a:solidFill>
              </a:defRPr>
            </a:lvl3pPr>
            <a:lvl4pPr>
              <a:defRPr sz="1350" b="1">
                <a:solidFill>
                  <a:srgbClr val="FFFFFF"/>
                </a:solidFill>
              </a:defRPr>
            </a:lvl4pPr>
            <a:lvl5pPr>
              <a:defRPr sz="1350" b="1">
                <a:solidFill>
                  <a:srgbClr val="FFFFFF"/>
                </a:solidFill>
              </a:defRPr>
            </a:lvl5pPr>
            <a:lvl6pPr>
              <a:defRPr sz="1350" b="1">
                <a:solidFill>
                  <a:srgbClr val="FFFFFF"/>
                </a:solidFill>
              </a:defRPr>
            </a:lvl6pPr>
            <a:lvl7pPr>
              <a:defRPr sz="1350" b="1">
                <a:solidFill>
                  <a:srgbClr val="FFFFFF"/>
                </a:solidFill>
              </a:defRPr>
            </a:lvl7pPr>
            <a:lvl8pPr>
              <a:defRPr sz="1350" b="1">
                <a:solidFill>
                  <a:srgbClr val="FFFFFF"/>
                </a:solidFill>
              </a:defRPr>
            </a:lvl8pPr>
            <a:lvl9pPr>
              <a:defRPr sz="13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7E9D4-6481-4C99-9A37-A543C590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9112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72B4D"/>
                </a:solidFill>
              </a:defRPr>
            </a:defPPr>
            <a:lvl1pPr>
              <a:defRPr sz="1500" b="1">
                <a:solidFill>
                  <a:srgbClr val="172B4D"/>
                </a:solidFill>
              </a:defRPr>
            </a:lvl1pPr>
            <a:lvl2pPr>
              <a:defRPr sz="1500" b="1">
                <a:solidFill>
                  <a:srgbClr val="172B4D"/>
                </a:solidFill>
              </a:defRPr>
            </a:lvl2pPr>
            <a:lvl3pPr>
              <a:defRPr sz="1500" b="1">
                <a:solidFill>
                  <a:srgbClr val="172B4D"/>
                </a:solidFill>
              </a:defRPr>
            </a:lvl3pPr>
            <a:lvl4pPr>
              <a:defRPr sz="1500" b="1">
                <a:solidFill>
                  <a:srgbClr val="172B4D"/>
                </a:solidFill>
              </a:defRPr>
            </a:lvl4pPr>
            <a:lvl5pPr>
              <a:defRPr sz="1500" b="1">
                <a:solidFill>
                  <a:srgbClr val="172B4D"/>
                </a:solidFill>
              </a:defRPr>
            </a:lvl5pPr>
            <a:lvl6pPr>
              <a:defRPr sz="1500" b="1">
                <a:solidFill>
                  <a:srgbClr val="172B4D"/>
                </a:solidFill>
              </a:defRPr>
            </a:lvl6pPr>
            <a:lvl7pPr>
              <a:defRPr sz="1500" b="1">
                <a:solidFill>
                  <a:srgbClr val="172B4D"/>
                </a:solidFill>
              </a:defRPr>
            </a:lvl7pPr>
            <a:lvl8pPr>
              <a:defRPr sz="1500" b="1">
                <a:solidFill>
                  <a:srgbClr val="172B4D"/>
                </a:solidFill>
              </a:defRPr>
            </a:lvl8pPr>
            <a:lvl9pPr>
              <a:defRPr sz="150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D"/>
                </a:solidFill>
              </a:defRPr>
            </a:pPr>
            <a:r>
              <a:rPr sz="1500" b="1">
                <a:solidFill>
                  <a:srgbClr val="172B4D"/>
                </a:solidFill>
              </a:rPr>
              <a:t>Export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452F25-BEBC-4EB0-B297-C9480515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911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E6F89"/>
                </a:solidFill>
              </a:defRPr>
            </a:defPPr>
            <a:lvl1pPr>
              <a:defRPr sz="1275" b="0">
                <a:solidFill>
                  <a:srgbClr val="5E6F89"/>
                </a:solidFill>
              </a:defRPr>
            </a:lvl1pPr>
            <a:lvl2pPr>
              <a:defRPr sz="1275" b="0">
                <a:solidFill>
                  <a:srgbClr val="5E6F89"/>
                </a:solidFill>
              </a:defRPr>
            </a:lvl2pPr>
            <a:lvl3pPr>
              <a:defRPr sz="1275" b="0">
                <a:solidFill>
                  <a:srgbClr val="5E6F89"/>
                </a:solidFill>
              </a:defRPr>
            </a:lvl3pPr>
            <a:lvl4pPr>
              <a:defRPr sz="1275" b="0">
                <a:solidFill>
                  <a:srgbClr val="5E6F89"/>
                </a:solidFill>
              </a:defRPr>
            </a:lvl4pPr>
            <a:lvl5pPr>
              <a:defRPr sz="1275" b="0">
                <a:solidFill>
                  <a:srgbClr val="5E6F89"/>
                </a:solidFill>
              </a:defRPr>
            </a:lvl5pPr>
            <a:lvl6pPr>
              <a:defRPr sz="1275" b="0">
                <a:solidFill>
                  <a:srgbClr val="5E6F89"/>
                </a:solidFill>
              </a:defRPr>
            </a:lvl6pPr>
            <a:lvl7pPr>
              <a:defRPr sz="1275" b="0">
                <a:solidFill>
                  <a:srgbClr val="5E6F89"/>
                </a:solidFill>
              </a:defRPr>
            </a:lvl7pPr>
            <a:lvl8pPr>
              <a:defRPr sz="1275" b="0">
                <a:solidFill>
                  <a:srgbClr val="5E6F89"/>
                </a:solidFill>
              </a:defRPr>
            </a:lvl8pPr>
            <a:lvl9pPr>
              <a:defRPr sz="127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E6F89"/>
                </a:solidFill>
              </a:defRPr>
            </a:pPr>
            <a:r>
              <a:rPr sz="1275" b="0">
                <a:solidFill>
                  <a:srgbClr val="5E6F89"/>
                </a:solidFill>
              </a:rPr>
              <a:t>Share locator data through CSV and formatted XLSX files.</a:t>
            </a:r>
          </a:p>
        </p:txBody>
      </p:sp>
    </p:spTree>
    <p:extLst>
      <p:ext uri="{BB962C8B-B14F-4D97-AF65-F5344CB8AC3E}">
        <p14:creationId xmlns:p14="http://schemas.microsoft.com/office/powerpoint/2010/main" val="15812366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79D05B-211C-447B-B1E7-EFA65A8A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53AB5D-C579-42F8-85A8-0F7C750A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563EB"/>
                </a:solidFill>
              </a:defRPr>
            </a:defPPr>
            <a:lvl1pPr>
              <a:defRPr sz="975" b="1">
                <a:solidFill>
                  <a:srgbClr val="2563EB"/>
                </a:solidFill>
              </a:defRPr>
            </a:lvl1pPr>
            <a:lvl2pPr>
              <a:defRPr sz="975" b="1">
                <a:solidFill>
                  <a:srgbClr val="2563EB"/>
                </a:solidFill>
              </a:defRPr>
            </a:lvl2pPr>
            <a:lvl3pPr>
              <a:defRPr sz="975" b="1">
                <a:solidFill>
                  <a:srgbClr val="2563EB"/>
                </a:solidFill>
              </a:defRPr>
            </a:lvl3pPr>
            <a:lvl4pPr>
              <a:defRPr sz="975" b="1">
                <a:solidFill>
                  <a:srgbClr val="2563EB"/>
                </a:solidFill>
              </a:defRPr>
            </a:lvl4pPr>
            <a:lvl5pPr>
              <a:defRPr sz="975" b="1">
                <a:solidFill>
                  <a:srgbClr val="2563EB"/>
                </a:solidFill>
              </a:defRPr>
            </a:lvl5pPr>
            <a:lvl6pPr>
              <a:defRPr sz="975" b="1">
                <a:solidFill>
                  <a:srgbClr val="2563EB"/>
                </a:solidFill>
              </a:defRPr>
            </a:lvl6pPr>
            <a:lvl7pPr>
              <a:defRPr sz="975" b="1">
                <a:solidFill>
                  <a:srgbClr val="2563EB"/>
                </a:solidFill>
              </a:defRPr>
            </a:lvl7pPr>
            <a:lvl8pPr>
              <a:defRPr sz="975" b="1">
                <a:solidFill>
                  <a:srgbClr val="2563EB"/>
                </a:solidFill>
              </a:defRPr>
            </a:lvl8pPr>
            <a:lvl9pPr>
              <a:defRPr sz="97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LOCATOR WORKSPACE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8348D-99C4-4CEA-A4B4-F942B527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72B4D"/>
                </a:solidFill>
              </a:defRPr>
            </a:defPPr>
            <a:lvl1pPr>
              <a:defRPr sz="2550" b="1">
                <a:solidFill>
                  <a:srgbClr val="172B4D"/>
                </a:solidFill>
              </a:defRPr>
            </a:lvl1pPr>
            <a:lvl2pPr>
              <a:defRPr sz="2550" b="1">
                <a:solidFill>
                  <a:srgbClr val="172B4D"/>
                </a:solidFill>
              </a:defRPr>
            </a:lvl2pPr>
            <a:lvl3pPr>
              <a:defRPr sz="2550" b="1">
                <a:solidFill>
                  <a:srgbClr val="172B4D"/>
                </a:solidFill>
              </a:defRPr>
            </a:lvl3pPr>
            <a:lvl4pPr>
              <a:defRPr sz="2550" b="1">
                <a:solidFill>
                  <a:srgbClr val="172B4D"/>
                </a:solidFill>
              </a:defRPr>
            </a:lvl4pPr>
            <a:lvl5pPr>
              <a:defRPr sz="2550" b="1">
                <a:solidFill>
                  <a:srgbClr val="172B4D"/>
                </a:solidFill>
              </a:defRPr>
            </a:lvl5pPr>
            <a:lvl6pPr>
              <a:defRPr sz="2550" b="1">
                <a:solidFill>
                  <a:srgbClr val="172B4D"/>
                </a:solidFill>
              </a:defRPr>
            </a:lvl6pPr>
            <a:lvl7pPr>
              <a:defRPr sz="2550" b="1">
                <a:solidFill>
                  <a:srgbClr val="172B4D"/>
                </a:solidFill>
              </a:defRPr>
            </a:lvl7pPr>
            <a:lvl8pPr>
              <a:defRPr sz="2550" b="1">
                <a:solidFill>
                  <a:srgbClr val="172B4D"/>
                </a:solidFill>
              </a:defRPr>
            </a:lvl8pPr>
            <a:lvl9pPr>
              <a:defRPr sz="255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</a:defRPr>
            </a:pPr>
            <a:r>
              <a:rPr sz="2550" b="1">
                <a:solidFill>
                  <a:srgbClr val="172B4D"/>
                </a:solidFill>
              </a:rPr>
              <a:t>Generate and select locator candidates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F119C-4AE8-4DFB-B5C7-68598EB2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90C34-75ED-414B-802E-2C4909D8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0">
                <a:solidFill>
                  <a:srgbClr val="5E6F89"/>
                </a:solidFill>
              </a:defRPr>
            </a:defPPr>
            <a:lvl1pPr>
              <a:defRPr sz="825" b="0">
                <a:solidFill>
                  <a:srgbClr val="5E6F89"/>
                </a:solidFill>
              </a:defRPr>
            </a:lvl1pPr>
            <a:lvl2pPr>
              <a:defRPr sz="825" b="0">
                <a:solidFill>
                  <a:srgbClr val="5E6F89"/>
                </a:solidFill>
              </a:defRPr>
            </a:lvl2pPr>
            <a:lvl3pPr>
              <a:defRPr sz="825" b="0">
                <a:solidFill>
                  <a:srgbClr val="5E6F89"/>
                </a:solidFill>
              </a:defRPr>
            </a:lvl3pPr>
            <a:lvl4pPr>
              <a:defRPr sz="825" b="0">
                <a:solidFill>
                  <a:srgbClr val="5E6F89"/>
                </a:solidFill>
              </a:defRPr>
            </a:lvl4pPr>
            <a:lvl5pPr>
              <a:defRPr sz="825" b="0">
                <a:solidFill>
                  <a:srgbClr val="5E6F89"/>
                </a:solidFill>
              </a:defRPr>
            </a:lvl5pPr>
            <a:lvl6pPr>
              <a:defRPr sz="825" b="0">
                <a:solidFill>
                  <a:srgbClr val="5E6F89"/>
                </a:solidFill>
              </a:defRPr>
            </a:lvl6pPr>
            <a:lvl7pPr>
              <a:defRPr sz="825" b="0">
                <a:solidFill>
                  <a:srgbClr val="5E6F89"/>
                </a:solidFill>
              </a:defRPr>
            </a:lvl7pPr>
            <a:lvl8pPr>
              <a:defRPr sz="825" b="0">
                <a:solidFill>
                  <a:srgbClr val="5E6F89"/>
                </a:solidFill>
              </a:defRPr>
            </a:lvl8pPr>
            <a:lvl9pPr>
              <a:defRPr sz="82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E6F89"/>
                </a:solidFill>
              </a:defRPr>
            </a:pPr>
            <a:r>
              <a:rPr sz="825" b="0">
                <a:solidFill>
                  <a:srgbClr val="5E6F89"/>
                </a:solidFill>
              </a:rPr>
              <a:t>Locator Generator  •  CSS and XPath automation toolkit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294872-D1A2-4B0B-B679-99535CEEBF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9ac6bf078d43b1"/>
          <a:stretch xmlns:a="http://schemas.openxmlformats.org/drawingml/2006/main"/>
        </p:blipFill>
        <p:spPr>
          <a:xfrm xmlns:a="http://schemas.openxmlformats.org/drawingml/2006/main">
            <a:off x="533400" y="1476375"/>
            <a:ext cx="6858000" cy="4286250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E2DBBC-80C9-428A-ADD9-BF422B1E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72B4D"/>
                </a:solidFill>
              </a:defRPr>
            </a:defPPr>
            <a:lvl1pPr>
              <a:defRPr sz="1800" b="1">
                <a:solidFill>
                  <a:srgbClr val="172B4D"/>
                </a:solidFill>
              </a:defRPr>
            </a:lvl1pPr>
            <a:lvl2pPr>
              <a:defRPr sz="1800" b="1">
                <a:solidFill>
                  <a:srgbClr val="172B4D"/>
                </a:solidFill>
              </a:defRPr>
            </a:lvl2pPr>
            <a:lvl3pPr>
              <a:defRPr sz="1800" b="1">
                <a:solidFill>
                  <a:srgbClr val="172B4D"/>
                </a:solidFill>
              </a:defRPr>
            </a:lvl3pPr>
            <a:lvl4pPr>
              <a:defRPr sz="1800" b="1">
                <a:solidFill>
                  <a:srgbClr val="172B4D"/>
                </a:solidFill>
              </a:defRPr>
            </a:lvl4pPr>
            <a:lvl5pPr>
              <a:defRPr sz="1800" b="1">
                <a:solidFill>
                  <a:srgbClr val="172B4D"/>
                </a:solidFill>
              </a:defRPr>
            </a:lvl5pPr>
            <a:lvl6pPr>
              <a:defRPr sz="1800" b="1">
                <a:solidFill>
                  <a:srgbClr val="172B4D"/>
                </a:solidFill>
              </a:defRPr>
            </a:lvl6pPr>
            <a:lvl7pPr>
              <a:defRPr sz="1800" b="1">
                <a:solidFill>
                  <a:srgbClr val="172B4D"/>
                </a:solidFill>
              </a:defRPr>
            </a:lvl7pPr>
            <a:lvl8pPr>
              <a:defRPr sz="1800" b="1">
                <a:solidFill>
                  <a:srgbClr val="172B4D"/>
                </a:solidFill>
              </a:defRPr>
            </a:lvl8pPr>
            <a:lvl9pPr>
              <a:defRPr sz="180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72B4D"/>
                </a:solidFill>
              </a:defRPr>
            </a:pPr>
            <a:r>
              <a:rPr sz="1800" b="1">
                <a:solidFill>
                  <a:srgbClr val="172B4D"/>
                </a:solidFill>
              </a:rPr>
              <a:t>Candidate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67DCE4-0C0A-473D-A551-5CD45F9A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479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6E121-B534-4A60-BC54-2B236A1B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907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172B4D"/>
                </a:solidFill>
              </a:defRPr>
            </a:defPPr>
            <a:lvl1pPr>
              <a:defRPr sz="1275" b="0">
                <a:solidFill>
                  <a:srgbClr val="172B4D"/>
                </a:solidFill>
              </a:defRPr>
            </a:lvl1pPr>
            <a:lvl2pPr>
              <a:defRPr sz="1275" b="0">
                <a:solidFill>
                  <a:srgbClr val="172B4D"/>
                </a:solidFill>
              </a:defRPr>
            </a:lvl2pPr>
            <a:lvl3pPr>
              <a:defRPr sz="1275" b="0">
                <a:solidFill>
                  <a:srgbClr val="172B4D"/>
                </a:solidFill>
              </a:defRPr>
            </a:lvl3pPr>
            <a:lvl4pPr>
              <a:defRPr sz="1275" b="0">
                <a:solidFill>
                  <a:srgbClr val="172B4D"/>
                </a:solidFill>
              </a:defRPr>
            </a:lvl4pPr>
            <a:lvl5pPr>
              <a:defRPr sz="1275" b="0">
                <a:solidFill>
                  <a:srgbClr val="172B4D"/>
                </a:solidFill>
              </a:defRPr>
            </a:lvl5pPr>
            <a:lvl6pPr>
              <a:defRPr sz="1275" b="0">
                <a:solidFill>
                  <a:srgbClr val="172B4D"/>
                </a:solidFill>
              </a:defRPr>
            </a:lvl6pPr>
            <a:lvl7pPr>
              <a:defRPr sz="1275" b="0">
                <a:solidFill>
                  <a:srgbClr val="172B4D"/>
                </a:solidFill>
              </a:defRPr>
            </a:lvl7pPr>
            <a:lvl8pPr>
              <a:defRPr sz="1275" b="0">
                <a:solidFill>
                  <a:srgbClr val="172B4D"/>
                </a:solidFill>
              </a:defRPr>
            </a:lvl8pPr>
            <a:lvl9pPr>
              <a:defRPr sz="12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2B4D"/>
                </a:solidFill>
              </a:defRPr>
            </a:pPr>
            <a:r>
              <a:rPr sz="1275" b="0">
                <a:solidFill>
                  <a:srgbClr val="172B4D"/>
                </a:solidFill>
              </a:rPr>
              <a:t>Inspect selector type, strategy, score, stability, and match information.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528D79-71AA-4AEF-BD4E-5D8DE0B3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432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68ADA7-D823-4016-AE26-DAC6D4EA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86075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172B4D"/>
                </a:solidFill>
              </a:defRPr>
            </a:defPPr>
            <a:lvl1pPr>
              <a:defRPr sz="1275" b="0">
                <a:solidFill>
                  <a:srgbClr val="172B4D"/>
                </a:solidFill>
              </a:defRPr>
            </a:lvl1pPr>
            <a:lvl2pPr>
              <a:defRPr sz="1275" b="0">
                <a:solidFill>
                  <a:srgbClr val="172B4D"/>
                </a:solidFill>
              </a:defRPr>
            </a:lvl2pPr>
            <a:lvl3pPr>
              <a:defRPr sz="1275" b="0">
                <a:solidFill>
                  <a:srgbClr val="172B4D"/>
                </a:solidFill>
              </a:defRPr>
            </a:lvl3pPr>
            <a:lvl4pPr>
              <a:defRPr sz="1275" b="0">
                <a:solidFill>
                  <a:srgbClr val="172B4D"/>
                </a:solidFill>
              </a:defRPr>
            </a:lvl4pPr>
            <a:lvl5pPr>
              <a:defRPr sz="1275" b="0">
                <a:solidFill>
                  <a:srgbClr val="172B4D"/>
                </a:solidFill>
              </a:defRPr>
            </a:lvl5pPr>
            <a:lvl6pPr>
              <a:defRPr sz="1275" b="0">
                <a:solidFill>
                  <a:srgbClr val="172B4D"/>
                </a:solidFill>
              </a:defRPr>
            </a:lvl6pPr>
            <a:lvl7pPr>
              <a:defRPr sz="1275" b="0">
                <a:solidFill>
                  <a:srgbClr val="172B4D"/>
                </a:solidFill>
              </a:defRPr>
            </a:lvl7pPr>
            <a:lvl8pPr>
              <a:defRPr sz="1275" b="0">
                <a:solidFill>
                  <a:srgbClr val="172B4D"/>
                </a:solidFill>
              </a:defRPr>
            </a:lvl8pPr>
            <a:lvl9pPr>
              <a:defRPr sz="12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2B4D"/>
                </a:solidFill>
              </a:defRPr>
            </a:pPr>
            <a:r>
              <a:rPr sz="1275" b="0">
                <a:solidFill>
                  <a:srgbClr val="172B4D"/>
                </a:solidFill>
              </a:rPr>
              <a:t>Check the locators you want, or use Select all generated selectors.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E6FC0B-14F4-4ABF-B7B7-B4DD6B2C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385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4EBBE-13E5-48C3-A690-E21CCEC4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172B4D"/>
                </a:solidFill>
              </a:defRPr>
            </a:defPPr>
            <a:lvl1pPr>
              <a:defRPr sz="1275" b="0">
                <a:solidFill>
                  <a:srgbClr val="172B4D"/>
                </a:solidFill>
              </a:defRPr>
            </a:lvl1pPr>
            <a:lvl2pPr>
              <a:defRPr sz="1275" b="0">
                <a:solidFill>
                  <a:srgbClr val="172B4D"/>
                </a:solidFill>
              </a:defRPr>
            </a:lvl2pPr>
            <a:lvl3pPr>
              <a:defRPr sz="1275" b="0">
                <a:solidFill>
                  <a:srgbClr val="172B4D"/>
                </a:solidFill>
              </a:defRPr>
            </a:lvl3pPr>
            <a:lvl4pPr>
              <a:defRPr sz="1275" b="0">
                <a:solidFill>
                  <a:srgbClr val="172B4D"/>
                </a:solidFill>
              </a:defRPr>
            </a:lvl4pPr>
            <a:lvl5pPr>
              <a:defRPr sz="1275" b="0">
                <a:solidFill>
                  <a:srgbClr val="172B4D"/>
                </a:solidFill>
              </a:defRPr>
            </a:lvl5pPr>
            <a:lvl6pPr>
              <a:defRPr sz="1275" b="0">
                <a:solidFill>
                  <a:srgbClr val="172B4D"/>
                </a:solidFill>
              </a:defRPr>
            </a:lvl6pPr>
            <a:lvl7pPr>
              <a:defRPr sz="1275" b="0">
                <a:solidFill>
                  <a:srgbClr val="172B4D"/>
                </a:solidFill>
              </a:defRPr>
            </a:lvl7pPr>
            <a:lvl8pPr>
              <a:defRPr sz="1275" b="0">
                <a:solidFill>
                  <a:srgbClr val="172B4D"/>
                </a:solidFill>
              </a:defRPr>
            </a:lvl8pPr>
            <a:lvl9pPr>
              <a:defRPr sz="12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2B4D"/>
                </a:solidFill>
              </a:defRPr>
            </a:pPr>
            <a:r>
              <a:rPr sz="1275" b="0">
                <a:solidFill>
                  <a:srgbClr val="172B4D"/>
                </a:solidFill>
              </a:rPr>
              <a:t>Preview framework bindings from the framework dropdown.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8E98A0-71A4-41E7-9CC9-133B03D6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338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280900-F90C-44A6-8C51-C1B3B708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172B4D"/>
                </a:solidFill>
              </a:defRPr>
            </a:defPPr>
            <a:lvl1pPr>
              <a:defRPr sz="1275" b="0">
                <a:solidFill>
                  <a:srgbClr val="172B4D"/>
                </a:solidFill>
              </a:defRPr>
            </a:lvl1pPr>
            <a:lvl2pPr>
              <a:defRPr sz="1275" b="0">
                <a:solidFill>
                  <a:srgbClr val="172B4D"/>
                </a:solidFill>
              </a:defRPr>
            </a:lvl2pPr>
            <a:lvl3pPr>
              <a:defRPr sz="1275" b="0">
                <a:solidFill>
                  <a:srgbClr val="172B4D"/>
                </a:solidFill>
              </a:defRPr>
            </a:lvl3pPr>
            <a:lvl4pPr>
              <a:defRPr sz="1275" b="0">
                <a:solidFill>
                  <a:srgbClr val="172B4D"/>
                </a:solidFill>
              </a:defRPr>
            </a:lvl4pPr>
            <a:lvl5pPr>
              <a:defRPr sz="1275" b="0">
                <a:solidFill>
                  <a:srgbClr val="172B4D"/>
                </a:solidFill>
              </a:defRPr>
            </a:lvl5pPr>
            <a:lvl6pPr>
              <a:defRPr sz="1275" b="0">
                <a:solidFill>
                  <a:srgbClr val="172B4D"/>
                </a:solidFill>
              </a:defRPr>
            </a:lvl6pPr>
            <a:lvl7pPr>
              <a:defRPr sz="1275" b="0">
                <a:solidFill>
                  <a:srgbClr val="172B4D"/>
                </a:solidFill>
              </a:defRPr>
            </a:lvl7pPr>
            <a:lvl8pPr>
              <a:defRPr sz="1275" b="0">
                <a:solidFill>
                  <a:srgbClr val="172B4D"/>
                </a:solidFill>
              </a:defRPr>
            </a:lvl8pPr>
            <a:lvl9pPr>
              <a:defRPr sz="1275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2B4D"/>
                </a:solidFill>
              </a:defRPr>
            </a:pPr>
            <a:r>
              <a:rPr sz="1275" b="0">
                <a:solidFill>
                  <a:srgbClr val="172B4D"/>
                </a:solidFill>
              </a:rPr>
              <a:t>Send selected locators to Page Objects or export them.</a:t>
            </a:r>
          </a:p>
        </p:txBody>
      </p:sp>
    </p:spTree>
    <p:extLst>
      <p:ext uri="{BB962C8B-B14F-4D97-AF65-F5344CB8AC3E}">
        <p14:creationId xmlns:p14="http://schemas.microsoft.com/office/powerpoint/2010/main" val="1229803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DF1568-A939-4812-8946-CBC9A870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D88D11-9BE6-47DC-B28C-EC9E7AA9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563EB"/>
                </a:solidFill>
              </a:defRPr>
            </a:defPPr>
            <a:lvl1pPr>
              <a:defRPr sz="975" b="1">
                <a:solidFill>
                  <a:srgbClr val="2563EB"/>
                </a:solidFill>
              </a:defRPr>
            </a:lvl1pPr>
            <a:lvl2pPr>
              <a:defRPr sz="975" b="1">
                <a:solidFill>
                  <a:srgbClr val="2563EB"/>
                </a:solidFill>
              </a:defRPr>
            </a:lvl2pPr>
            <a:lvl3pPr>
              <a:defRPr sz="975" b="1">
                <a:solidFill>
                  <a:srgbClr val="2563EB"/>
                </a:solidFill>
              </a:defRPr>
            </a:lvl3pPr>
            <a:lvl4pPr>
              <a:defRPr sz="975" b="1">
                <a:solidFill>
                  <a:srgbClr val="2563EB"/>
                </a:solidFill>
              </a:defRPr>
            </a:lvl4pPr>
            <a:lvl5pPr>
              <a:defRPr sz="975" b="1">
                <a:solidFill>
                  <a:srgbClr val="2563EB"/>
                </a:solidFill>
              </a:defRPr>
            </a:lvl5pPr>
            <a:lvl6pPr>
              <a:defRPr sz="975" b="1">
                <a:solidFill>
                  <a:srgbClr val="2563EB"/>
                </a:solidFill>
              </a:defRPr>
            </a:lvl6pPr>
            <a:lvl7pPr>
              <a:defRPr sz="975" b="1">
                <a:solidFill>
                  <a:srgbClr val="2563EB"/>
                </a:solidFill>
              </a:defRPr>
            </a:lvl7pPr>
            <a:lvl8pPr>
              <a:defRPr sz="975" b="1">
                <a:solidFill>
                  <a:srgbClr val="2563EB"/>
                </a:solidFill>
              </a:defRPr>
            </a:lvl8pPr>
            <a:lvl9pPr>
              <a:defRPr sz="97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PAGE OBJECTS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CDF28-74E7-4073-BF48-51EB79D2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72B4D"/>
                </a:solidFill>
              </a:defRPr>
            </a:defPPr>
            <a:lvl1pPr>
              <a:defRPr sz="2550" b="1">
                <a:solidFill>
                  <a:srgbClr val="172B4D"/>
                </a:solidFill>
              </a:defRPr>
            </a:lvl1pPr>
            <a:lvl2pPr>
              <a:defRPr sz="2550" b="1">
                <a:solidFill>
                  <a:srgbClr val="172B4D"/>
                </a:solidFill>
              </a:defRPr>
            </a:lvl2pPr>
            <a:lvl3pPr>
              <a:defRPr sz="2550" b="1">
                <a:solidFill>
                  <a:srgbClr val="172B4D"/>
                </a:solidFill>
              </a:defRPr>
            </a:lvl3pPr>
            <a:lvl4pPr>
              <a:defRPr sz="2550" b="1">
                <a:solidFill>
                  <a:srgbClr val="172B4D"/>
                </a:solidFill>
              </a:defRPr>
            </a:lvl4pPr>
            <a:lvl5pPr>
              <a:defRPr sz="2550" b="1">
                <a:solidFill>
                  <a:srgbClr val="172B4D"/>
                </a:solidFill>
              </a:defRPr>
            </a:lvl5pPr>
            <a:lvl6pPr>
              <a:defRPr sz="2550" b="1">
                <a:solidFill>
                  <a:srgbClr val="172B4D"/>
                </a:solidFill>
              </a:defRPr>
            </a:lvl6pPr>
            <a:lvl7pPr>
              <a:defRPr sz="2550" b="1">
                <a:solidFill>
                  <a:srgbClr val="172B4D"/>
                </a:solidFill>
              </a:defRPr>
            </a:lvl7pPr>
            <a:lvl8pPr>
              <a:defRPr sz="2550" b="1">
                <a:solidFill>
                  <a:srgbClr val="172B4D"/>
                </a:solidFill>
              </a:defRPr>
            </a:lvl8pPr>
            <a:lvl9pPr>
              <a:defRPr sz="255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</a:defRPr>
            </a:pPr>
            <a:r>
              <a:rPr sz="2550" b="1">
                <a:solidFill>
                  <a:srgbClr val="172B4D"/>
                </a:solidFill>
              </a:rPr>
              <a:t>Reuse selected locators in Page Objects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A43013-ACDE-432C-9DCA-0CA62D30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394FF-E0ED-4E8D-B337-756672A4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0">
                <a:solidFill>
                  <a:srgbClr val="5E6F89"/>
                </a:solidFill>
              </a:defRPr>
            </a:defPPr>
            <a:lvl1pPr>
              <a:defRPr sz="825" b="0">
                <a:solidFill>
                  <a:srgbClr val="5E6F89"/>
                </a:solidFill>
              </a:defRPr>
            </a:lvl1pPr>
            <a:lvl2pPr>
              <a:defRPr sz="825" b="0">
                <a:solidFill>
                  <a:srgbClr val="5E6F89"/>
                </a:solidFill>
              </a:defRPr>
            </a:lvl2pPr>
            <a:lvl3pPr>
              <a:defRPr sz="825" b="0">
                <a:solidFill>
                  <a:srgbClr val="5E6F89"/>
                </a:solidFill>
              </a:defRPr>
            </a:lvl3pPr>
            <a:lvl4pPr>
              <a:defRPr sz="825" b="0">
                <a:solidFill>
                  <a:srgbClr val="5E6F89"/>
                </a:solidFill>
              </a:defRPr>
            </a:lvl4pPr>
            <a:lvl5pPr>
              <a:defRPr sz="825" b="0">
                <a:solidFill>
                  <a:srgbClr val="5E6F89"/>
                </a:solidFill>
              </a:defRPr>
            </a:lvl5pPr>
            <a:lvl6pPr>
              <a:defRPr sz="825" b="0">
                <a:solidFill>
                  <a:srgbClr val="5E6F89"/>
                </a:solidFill>
              </a:defRPr>
            </a:lvl6pPr>
            <a:lvl7pPr>
              <a:defRPr sz="825" b="0">
                <a:solidFill>
                  <a:srgbClr val="5E6F89"/>
                </a:solidFill>
              </a:defRPr>
            </a:lvl7pPr>
            <a:lvl8pPr>
              <a:defRPr sz="825" b="0">
                <a:solidFill>
                  <a:srgbClr val="5E6F89"/>
                </a:solidFill>
              </a:defRPr>
            </a:lvl8pPr>
            <a:lvl9pPr>
              <a:defRPr sz="82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E6F89"/>
                </a:solidFill>
              </a:defRPr>
            </a:pPr>
            <a:r>
              <a:rPr sz="825" b="0">
                <a:solidFill>
                  <a:srgbClr val="5E6F89"/>
                </a:solidFill>
              </a:rPr>
              <a:t>Locator Generator  •  CSS and XPath automation toolkit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85E2D-3FF2-4B0A-BC24-6F4F24DB09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b55827b4f4cff"/>
          <a:stretch xmlns:a="http://schemas.openxmlformats.org/drawingml/2006/main"/>
        </p:blipFill>
        <p:spPr>
          <a:xfrm xmlns:a="http://schemas.openxmlformats.org/drawingml/2006/main">
            <a:off x="533400" y="1476375"/>
            <a:ext cx="6858000" cy="4286250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D61810-7F7C-423B-AD31-F242A00B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72B4D"/>
                </a:solidFill>
              </a:defRPr>
            </a:defPPr>
            <a:lvl1pPr>
              <a:defRPr sz="1800" b="1">
                <a:solidFill>
                  <a:srgbClr val="172B4D"/>
                </a:solidFill>
              </a:defRPr>
            </a:lvl1pPr>
            <a:lvl2pPr>
              <a:defRPr sz="1800" b="1">
                <a:solidFill>
                  <a:srgbClr val="172B4D"/>
                </a:solidFill>
              </a:defRPr>
            </a:lvl2pPr>
            <a:lvl3pPr>
              <a:defRPr sz="1800" b="1">
                <a:solidFill>
                  <a:srgbClr val="172B4D"/>
                </a:solidFill>
              </a:defRPr>
            </a:lvl3pPr>
            <a:lvl4pPr>
              <a:defRPr sz="1800" b="1">
                <a:solidFill>
                  <a:srgbClr val="172B4D"/>
                </a:solidFill>
              </a:defRPr>
            </a:lvl4pPr>
            <a:lvl5pPr>
              <a:defRPr sz="1800" b="1">
                <a:solidFill>
                  <a:srgbClr val="172B4D"/>
                </a:solidFill>
              </a:defRPr>
            </a:lvl5pPr>
            <a:lvl6pPr>
              <a:defRPr sz="1800" b="1">
                <a:solidFill>
                  <a:srgbClr val="172B4D"/>
                </a:solidFill>
              </a:defRPr>
            </a:lvl6pPr>
            <a:lvl7pPr>
              <a:defRPr sz="1800" b="1">
                <a:solidFill>
                  <a:srgbClr val="172B4D"/>
                </a:solidFill>
              </a:defRPr>
            </a:lvl7pPr>
            <a:lvl8pPr>
              <a:defRPr sz="1800" b="1">
                <a:solidFill>
                  <a:srgbClr val="172B4D"/>
                </a:solidFill>
              </a:defRPr>
            </a:lvl8pPr>
            <a:lvl9pPr>
              <a:defRPr sz="180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72B4D"/>
                </a:solidFill>
              </a:defRPr>
            </a:pPr>
            <a:r>
              <a:rPr sz="1800" b="1">
                <a:solidFill>
                  <a:srgbClr val="172B4D"/>
                </a:solidFill>
              </a:rPr>
              <a:t>Name elements for your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32F8E-A6A7-4273-A793-CE14B0A5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57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594115-4554-4BB5-B6B4-F789629D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Choose a class name and automation framework.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404295-FC8F-4DB9-8EA8-D2EB4626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D38C11-62E2-409B-8ECA-EA2F0753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051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Give each locator a clear variable name, such as usernameField.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67B8E2-73E1-4F24-98E1-B98A9DEB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67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49BA81-B9BD-4F7F-859A-C680E5DA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100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Review generated class code and copy it into your test project.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980219-DBA9-4E2B-9C75-0A8A4771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720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5FF2D5-8D9F-404C-9A61-B468D00B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148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Live element picking is available when Selenium is configured.</a:t>
            </a:r>
          </a:p>
        </p:txBody>
      </p:sp>
    </p:spTree>
    <p:extLst>
      <p:ext uri="{BB962C8B-B14F-4D97-AF65-F5344CB8AC3E}">
        <p14:creationId xmlns:p14="http://schemas.microsoft.com/office/powerpoint/2010/main" val="14866014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361345-1CDE-460C-898B-04687EEA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690444-B0A9-4819-AB05-EB86444B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563EB"/>
                </a:solidFill>
              </a:defRPr>
            </a:defPPr>
            <a:lvl1pPr>
              <a:defRPr sz="975" b="1">
                <a:solidFill>
                  <a:srgbClr val="2563EB"/>
                </a:solidFill>
              </a:defRPr>
            </a:lvl1pPr>
            <a:lvl2pPr>
              <a:defRPr sz="975" b="1">
                <a:solidFill>
                  <a:srgbClr val="2563EB"/>
                </a:solidFill>
              </a:defRPr>
            </a:lvl2pPr>
            <a:lvl3pPr>
              <a:defRPr sz="975" b="1">
                <a:solidFill>
                  <a:srgbClr val="2563EB"/>
                </a:solidFill>
              </a:defRPr>
            </a:lvl3pPr>
            <a:lvl4pPr>
              <a:defRPr sz="975" b="1">
                <a:solidFill>
                  <a:srgbClr val="2563EB"/>
                </a:solidFill>
              </a:defRPr>
            </a:lvl4pPr>
            <a:lvl5pPr>
              <a:defRPr sz="975" b="1">
                <a:solidFill>
                  <a:srgbClr val="2563EB"/>
                </a:solidFill>
              </a:defRPr>
            </a:lvl5pPr>
            <a:lvl6pPr>
              <a:defRPr sz="975" b="1">
                <a:solidFill>
                  <a:srgbClr val="2563EB"/>
                </a:solidFill>
              </a:defRPr>
            </a:lvl6pPr>
            <a:lvl7pPr>
              <a:defRPr sz="975" b="1">
                <a:solidFill>
                  <a:srgbClr val="2563EB"/>
                </a:solidFill>
              </a:defRPr>
            </a:lvl7pPr>
            <a:lvl8pPr>
              <a:defRPr sz="975" b="1">
                <a:solidFill>
                  <a:srgbClr val="2563EB"/>
                </a:solidFill>
              </a:defRPr>
            </a:lvl8pPr>
            <a:lvl9pPr>
              <a:defRPr sz="97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HEALTH 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F7316-F472-49E1-8F04-6C379BC8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72B4D"/>
                </a:solidFill>
              </a:defRPr>
            </a:defPPr>
            <a:lvl1pPr>
              <a:defRPr sz="2550" b="1">
                <a:solidFill>
                  <a:srgbClr val="172B4D"/>
                </a:solidFill>
              </a:defRPr>
            </a:lvl1pPr>
            <a:lvl2pPr>
              <a:defRPr sz="2550" b="1">
                <a:solidFill>
                  <a:srgbClr val="172B4D"/>
                </a:solidFill>
              </a:defRPr>
            </a:lvl2pPr>
            <a:lvl3pPr>
              <a:defRPr sz="2550" b="1">
                <a:solidFill>
                  <a:srgbClr val="172B4D"/>
                </a:solidFill>
              </a:defRPr>
            </a:lvl3pPr>
            <a:lvl4pPr>
              <a:defRPr sz="2550" b="1">
                <a:solidFill>
                  <a:srgbClr val="172B4D"/>
                </a:solidFill>
              </a:defRPr>
            </a:lvl4pPr>
            <a:lvl5pPr>
              <a:defRPr sz="2550" b="1">
                <a:solidFill>
                  <a:srgbClr val="172B4D"/>
                </a:solidFill>
              </a:defRPr>
            </a:lvl5pPr>
            <a:lvl6pPr>
              <a:defRPr sz="2550" b="1">
                <a:solidFill>
                  <a:srgbClr val="172B4D"/>
                </a:solidFill>
              </a:defRPr>
            </a:lvl6pPr>
            <a:lvl7pPr>
              <a:defRPr sz="2550" b="1">
                <a:solidFill>
                  <a:srgbClr val="172B4D"/>
                </a:solidFill>
              </a:defRPr>
            </a:lvl7pPr>
            <a:lvl8pPr>
              <a:defRPr sz="2550" b="1">
                <a:solidFill>
                  <a:srgbClr val="172B4D"/>
                </a:solidFill>
              </a:defRPr>
            </a:lvl8pPr>
            <a:lvl9pPr>
              <a:defRPr sz="255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</a:defRPr>
            </a:pPr>
            <a:r>
              <a:rPr sz="2550" b="1">
                <a:solidFill>
                  <a:srgbClr val="172B4D"/>
                </a:solidFill>
              </a:rPr>
              <a:t>Review failures with clear validation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323034-20ED-49C1-836E-6974E84A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B11FC-CC9A-4589-8ED0-8D364654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0">
                <a:solidFill>
                  <a:srgbClr val="5E6F89"/>
                </a:solidFill>
              </a:defRPr>
            </a:defPPr>
            <a:lvl1pPr>
              <a:defRPr sz="825" b="0">
                <a:solidFill>
                  <a:srgbClr val="5E6F89"/>
                </a:solidFill>
              </a:defRPr>
            </a:lvl1pPr>
            <a:lvl2pPr>
              <a:defRPr sz="825" b="0">
                <a:solidFill>
                  <a:srgbClr val="5E6F89"/>
                </a:solidFill>
              </a:defRPr>
            </a:lvl2pPr>
            <a:lvl3pPr>
              <a:defRPr sz="825" b="0">
                <a:solidFill>
                  <a:srgbClr val="5E6F89"/>
                </a:solidFill>
              </a:defRPr>
            </a:lvl3pPr>
            <a:lvl4pPr>
              <a:defRPr sz="825" b="0">
                <a:solidFill>
                  <a:srgbClr val="5E6F89"/>
                </a:solidFill>
              </a:defRPr>
            </a:lvl4pPr>
            <a:lvl5pPr>
              <a:defRPr sz="825" b="0">
                <a:solidFill>
                  <a:srgbClr val="5E6F89"/>
                </a:solidFill>
              </a:defRPr>
            </a:lvl5pPr>
            <a:lvl6pPr>
              <a:defRPr sz="825" b="0">
                <a:solidFill>
                  <a:srgbClr val="5E6F89"/>
                </a:solidFill>
              </a:defRPr>
            </a:lvl6pPr>
            <a:lvl7pPr>
              <a:defRPr sz="825" b="0">
                <a:solidFill>
                  <a:srgbClr val="5E6F89"/>
                </a:solidFill>
              </a:defRPr>
            </a:lvl7pPr>
            <a:lvl8pPr>
              <a:defRPr sz="825" b="0">
                <a:solidFill>
                  <a:srgbClr val="5E6F89"/>
                </a:solidFill>
              </a:defRPr>
            </a:lvl8pPr>
            <a:lvl9pPr>
              <a:defRPr sz="82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E6F89"/>
                </a:solidFill>
              </a:defRPr>
            </a:pPr>
            <a:r>
              <a:rPr sz="825" b="0">
                <a:solidFill>
                  <a:srgbClr val="5E6F89"/>
                </a:solidFill>
              </a:rPr>
              <a:t>Locator Generator  •  CSS and XPath automation toolkit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93619-67DC-4212-8C20-2B1913E8A1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c9bf9e209b48b3"/>
          <a:stretch xmlns:a="http://schemas.openxmlformats.org/drawingml/2006/main"/>
        </p:blipFill>
        <p:spPr>
          <a:xfrm xmlns:a="http://schemas.openxmlformats.org/drawingml/2006/main">
            <a:off x="533400" y="1476375"/>
            <a:ext cx="6858000" cy="4286250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4E443-A48F-4B78-8FB6-7E1A3599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172B4D"/>
                </a:solidFill>
              </a:defRPr>
            </a:defPPr>
            <a:lvl1pPr>
              <a:defRPr sz="1725" b="1">
                <a:solidFill>
                  <a:srgbClr val="172B4D"/>
                </a:solidFill>
              </a:defRPr>
            </a:lvl1pPr>
            <a:lvl2pPr>
              <a:defRPr sz="1725" b="1">
                <a:solidFill>
                  <a:srgbClr val="172B4D"/>
                </a:solidFill>
              </a:defRPr>
            </a:lvl2pPr>
            <a:lvl3pPr>
              <a:defRPr sz="1725" b="1">
                <a:solidFill>
                  <a:srgbClr val="172B4D"/>
                </a:solidFill>
              </a:defRPr>
            </a:lvl3pPr>
            <a:lvl4pPr>
              <a:defRPr sz="1725" b="1">
                <a:solidFill>
                  <a:srgbClr val="172B4D"/>
                </a:solidFill>
              </a:defRPr>
            </a:lvl4pPr>
            <a:lvl5pPr>
              <a:defRPr sz="1725" b="1">
                <a:solidFill>
                  <a:srgbClr val="172B4D"/>
                </a:solidFill>
              </a:defRPr>
            </a:lvl5pPr>
            <a:lvl6pPr>
              <a:defRPr sz="1725" b="1">
                <a:solidFill>
                  <a:srgbClr val="172B4D"/>
                </a:solidFill>
              </a:defRPr>
            </a:lvl6pPr>
            <a:lvl7pPr>
              <a:defRPr sz="1725" b="1">
                <a:solidFill>
                  <a:srgbClr val="172B4D"/>
                </a:solidFill>
              </a:defRPr>
            </a:lvl7pPr>
            <a:lvl8pPr>
              <a:defRPr sz="1725" b="1">
                <a:solidFill>
                  <a:srgbClr val="172B4D"/>
                </a:solidFill>
              </a:defRPr>
            </a:lvl8pPr>
            <a:lvl9pPr>
              <a:defRPr sz="1725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72B4D"/>
                </a:solidFill>
              </a:defRPr>
            </a:pPr>
            <a:r>
              <a:rPr sz="1725" b="1">
                <a:solidFill>
                  <a:srgbClr val="172B4D"/>
                </a:solidFill>
              </a:rPr>
              <a:t>Validation and fallback suggestions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696AD-9DE2-4A16-B832-FEB65E48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57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D53625-C65D-4570-8E8E-CFBFEEEF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Run the audit against a target page and supplied selectors.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B956A-D214-4314-B0EB-18A2C757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E2DF2A-59FA-478C-A452-24BE958A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051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See live validation results in a dedicated 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14DA63-2242-4177-A87E-3CFBF4C6A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67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D42BC8-6C25-4137-828A-160848E8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100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Review ranked alternatives derived from the captured DOM snapshot.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2DE43-662E-4C72-A31B-95C41087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720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39E96-9F44-45B2-99B4-83BBBF15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148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Suggestions are unverified until you test them against the page.</a:t>
            </a:r>
          </a:p>
        </p:txBody>
      </p:sp>
    </p:spTree>
    <p:extLst>
      <p:ext uri="{BB962C8B-B14F-4D97-AF65-F5344CB8AC3E}">
        <p14:creationId xmlns:p14="http://schemas.microsoft.com/office/powerpoint/2010/main" val="5906734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1E516C-BE27-4E50-901F-51B0F31C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3AD03-FD8E-4869-BC80-B154CA3E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563EB"/>
                </a:solidFill>
              </a:defRPr>
            </a:defPPr>
            <a:lvl1pPr>
              <a:defRPr sz="975" b="1">
                <a:solidFill>
                  <a:srgbClr val="2563EB"/>
                </a:solidFill>
              </a:defRPr>
            </a:lvl1pPr>
            <a:lvl2pPr>
              <a:defRPr sz="975" b="1">
                <a:solidFill>
                  <a:srgbClr val="2563EB"/>
                </a:solidFill>
              </a:defRPr>
            </a:lvl2pPr>
            <a:lvl3pPr>
              <a:defRPr sz="975" b="1">
                <a:solidFill>
                  <a:srgbClr val="2563EB"/>
                </a:solidFill>
              </a:defRPr>
            </a:lvl3pPr>
            <a:lvl4pPr>
              <a:defRPr sz="975" b="1">
                <a:solidFill>
                  <a:srgbClr val="2563EB"/>
                </a:solidFill>
              </a:defRPr>
            </a:lvl4pPr>
            <a:lvl5pPr>
              <a:defRPr sz="975" b="1">
                <a:solidFill>
                  <a:srgbClr val="2563EB"/>
                </a:solidFill>
              </a:defRPr>
            </a:lvl5pPr>
            <a:lvl6pPr>
              <a:defRPr sz="975" b="1">
                <a:solidFill>
                  <a:srgbClr val="2563EB"/>
                </a:solidFill>
              </a:defRPr>
            </a:lvl6pPr>
            <a:lvl7pPr>
              <a:defRPr sz="975" b="1">
                <a:solidFill>
                  <a:srgbClr val="2563EB"/>
                </a:solidFill>
              </a:defRPr>
            </a:lvl7pPr>
            <a:lvl8pPr>
              <a:defRPr sz="975" b="1">
                <a:solidFill>
                  <a:srgbClr val="2563EB"/>
                </a:solidFill>
              </a:defRPr>
            </a:lvl8pPr>
            <a:lvl9pPr>
              <a:defRPr sz="97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GETTING STARTED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22739-6B2E-493E-892C-4032D8EB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72B4D"/>
                </a:solidFill>
              </a:defRPr>
            </a:defPPr>
            <a:lvl1pPr>
              <a:defRPr sz="2550" b="1">
                <a:solidFill>
                  <a:srgbClr val="172B4D"/>
                </a:solidFill>
              </a:defRPr>
            </a:lvl1pPr>
            <a:lvl2pPr>
              <a:defRPr sz="2550" b="1">
                <a:solidFill>
                  <a:srgbClr val="172B4D"/>
                </a:solidFill>
              </a:defRPr>
            </a:lvl2pPr>
            <a:lvl3pPr>
              <a:defRPr sz="2550" b="1">
                <a:solidFill>
                  <a:srgbClr val="172B4D"/>
                </a:solidFill>
              </a:defRPr>
            </a:lvl3pPr>
            <a:lvl4pPr>
              <a:defRPr sz="2550" b="1">
                <a:solidFill>
                  <a:srgbClr val="172B4D"/>
                </a:solidFill>
              </a:defRPr>
            </a:lvl4pPr>
            <a:lvl5pPr>
              <a:defRPr sz="2550" b="1">
                <a:solidFill>
                  <a:srgbClr val="172B4D"/>
                </a:solidFill>
              </a:defRPr>
            </a:lvl5pPr>
            <a:lvl6pPr>
              <a:defRPr sz="2550" b="1">
                <a:solidFill>
                  <a:srgbClr val="172B4D"/>
                </a:solidFill>
              </a:defRPr>
            </a:lvl6pPr>
            <a:lvl7pPr>
              <a:defRPr sz="2550" b="1">
                <a:solidFill>
                  <a:srgbClr val="172B4D"/>
                </a:solidFill>
              </a:defRPr>
            </a:lvl7pPr>
            <a:lvl8pPr>
              <a:defRPr sz="2550" b="1">
                <a:solidFill>
                  <a:srgbClr val="172B4D"/>
                </a:solidFill>
              </a:defRPr>
            </a:lvl8pPr>
            <a:lvl9pPr>
              <a:defRPr sz="2550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</a:defRPr>
            </a:pPr>
            <a:r>
              <a:rPr sz="2550" b="1">
                <a:solidFill>
                  <a:srgbClr val="172B4D"/>
                </a:solidFill>
              </a:rPr>
              <a:t>A focused desktop tool with practical guidance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E5BEFF-00F7-40B2-8E68-3D2208C2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F7A53-64C5-4664-9993-377A5EE1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0">
                <a:solidFill>
                  <a:srgbClr val="5E6F89"/>
                </a:solidFill>
              </a:defRPr>
            </a:defPPr>
            <a:lvl1pPr>
              <a:defRPr sz="825" b="0">
                <a:solidFill>
                  <a:srgbClr val="5E6F89"/>
                </a:solidFill>
              </a:defRPr>
            </a:lvl1pPr>
            <a:lvl2pPr>
              <a:defRPr sz="825" b="0">
                <a:solidFill>
                  <a:srgbClr val="5E6F89"/>
                </a:solidFill>
              </a:defRPr>
            </a:lvl2pPr>
            <a:lvl3pPr>
              <a:defRPr sz="825" b="0">
                <a:solidFill>
                  <a:srgbClr val="5E6F89"/>
                </a:solidFill>
              </a:defRPr>
            </a:lvl3pPr>
            <a:lvl4pPr>
              <a:defRPr sz="825" b="0">
                <a:solidFill>
                  <a:srgbClr val="5E6F89"/>
                </a:solidFill>
              </a:defRPr>
            </a:lvl4pPr>
            <a:lvl5pPr>
              <a:defRPr sz="825" b="0">
                <a:solidFill>
                  <a:srgbClr val="5E6F89"/>
                </a:solidFill>
              </a:defRPr>
            </a:lvl5pPr>
            <a:lvl6pPr>
              <a:defRPr sz="825" b="0">
                <a:solidFill>
                  <a:srgbClr val="5E6F89"/>
                </a:solidFill>
              </a:defRPr>
            </a:lvl6pPr>
            <a:lvl7pPr>
              <a:defRPr sz="825" b="0">
                <a:solidFill>
                  <a:srgbClr val="5E6F89"/>
                </a:solidFill>
              </a:defRPr>
            </a:lvl7pPr>
            <a:lvl8pPr>
              <a:defRPr sz="825" b="0">
                <a:solidFill>
                  <a:srgbClr val="5E6F89"/>
                </a:solidFill>
              </a:defRPr>
            </a:lvl8pPr>
            <a:lvl9pPr>
              <a:defRPr sz="825" b="0">
                <a:solidFill>
                  <a:srgbClr val="5E6F89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E6F89"/>
                </a:solidFill>
              </a:defRPr>
            </a:pPr>
            <a:r>
              <a:rPr sz="825" b="0">
                <a:solidFill>
                  <a:srgbClr val="5E6F89"/>
                </a:solidFill>
              </a:rPr>
              <a:t>Locator Generator  •  CSS and XPath automation toolkit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00FD5-FC02-48F1-9446-DAD1F7D362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1085e8f5444c59"/>
          <a:stretch xmlns:a="http://schemas.openxmlformats.org/drawingml/2006/main"/>
        </p:blipFill>
        <p:spPr>
          <a:xfrm xmlns:a="http://schemas.openxmlformats.org/drawingml/2006/main">
            <a:off x="533400" y="1476375"/>
            <a:ext cx="6858000" cy="4286250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43DA8-4952-4A0D-AD02-2CB576E7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72B4D"/>
                </a:solidFill>
              </a:defRPr>
            </a:defPPr>
            <a:lvl1pPr>
              <a:defRPr sz="1875" b="1">
                <a:solidFill>
                  <a:srgbClr val="172B4D"/>
                </a:solidFill>
              </a:defRPr>
            </a:lvl1pPr>
            <a:lvl2pPr>
              <a:defRPr sz="1875" b="1">
                <a:solidFill>
                  <a:srgbClr val="172B4D"/>
                </a:solidFill>
              </a:defRPr>
            </a:lvl2pPr>
            <a:lvl3pPr>
              <a:defRPr sz="1875" b="1">
                <a:solidFill>
                  <a:srgbClr val="172B4D"/>
                </a:solidFill>
              </a:defRPr>
            </a:lvl3pPr>
            <a:lvl4pPr>
              <a:defRPr sz="1875" b="1">
                <a:solidFill>
                  <a:srgbClr val="172B4D"/>
                </a:solidFill>
              </a:defRPr>
            </a:lvl4pPr>
            <a:lvl5pPr>
              <a:defRPr sz="1875" b="1">
                <a:solidFill>
                  <a:srgbClr val="172B4D"/>
                </a:solidFill>
              </a:defRPr>
            </a:lvl5pPr>
            <a:lvl6pPr>
              <a:defRPr sz="1875" b="1">
                <a:solidFill>
                  <a:srgbClr val="172B4D"/>
                </a:solidFill>
              </a:defRPr>
            </a:lvl6pPr>
            <a:lvl7pPr>
              <a:defRPr sz="1875" b="1">
                <a:solidFill>
                  <a:srgbClr val="172B4D"/>
                </a:solidFill>
              </a:defRPr>
            </a:lvl7pPr>
            <a:lvl8pPr>
              <a:defRPr sz="1875" b="1">
                <a:solidFill>
                  <a:srgbClr val="172B4D"/>
                </a:solidFill>
              </a:defRPr>
            </a:lvl8pPr>
            <a:lvl9pPr>
              <a:defRPr sz="1875" b="1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72B4D"/>
                </a:solidFill>
              </a:defRPr>
            </a:pPr>
            <a:r>
              <a:rPr sz="1875" b="1">
                <a:solidFill>
                  <a:srgbClr val="172B4D"/>
                </a:solidFill>
              </a:rPr>
              <a:t>Quick start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201156-64C5-468E-904C-24C42233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46800-C98A-49F5-A8D7-FFBBECF7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098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Install Python 3.10+ and PySide6.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22972A-5B63-4878-8CEC-0F05BCD3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908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CB92BC-3F1C-4A00-A9CD-480C3E27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337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Launch locator_generator_pyside6.py or use the Windows batch launcher.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E313E-087C-4683-83F0-6C83A4B9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14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C953A5-18F4-4317-BCAC-1E415C80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576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Install Selenium for live-page workflows.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29EF1C-F9E3-46EC-B0D8-BBF57C64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386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17AFA0-54D6-42DD-BFA2-BA0426C7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815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</a:defRPr>
            </a:defPPr>
            <a:lvl1pPr>
              <a:defRPr sz="1350" b="0">
                <a:solidFill>
                  <a:srgbClr val="172B4D"/>
                </a:solidFill>
              </a:defRPr>
            </a:lvl1pPr>
            <a:lvl2pPr>
              <a:defRPr sz="1350" b="0">
                <a:solidFill>
                  <a:srgbClr val="172B4D"/>
                </a:solidFill>
              </a:defRPr>
            </a:lvl2pPr>
            <a:lvl3pPr>
              <a:defRPr sz="1350" b="0">
                <a:solidFill>
                  <a:srgbClr val="172B4D"/>
                </a:solidFill>
              </a:defRPr>
            </a:lvl3pPr>
            <a:lvl4pPr>
              <a:defRPr sz="1350" b="0">
                <a:solidFill>
                  <a:srgbClr val="172B4D"/>
                </a:solidFill>
              </a:defRPr>
            </a:lvl4pPr>
            <a:lvl5pPr>
              <a:defRPr sz="1350" b="0">
                <a:solidFill>
                  <a:srgbClr val="172B4D"/>
                </a:solidFill>
              </a:defRPr>
            </a:lvl5pPr>
            <a:lvl6pPr>
              <a:defRPr sz="1350" b="0">
                <a:solidFill>
                  <a:srgbClr val="172B4D"/>
                </a:solidFill>
              </a:defRPr>
            </a:lvl6pPr>
            <a:lvl7pPr>
              <a:defRPr sz="1350" b="0">
                <a:solidFill>
                  <a:srgbClr val="172B4D"/>
                </a:solidFill>
              </a:defRPr>
            </a:lvl7pPr>
            <a:lvl8pPr>
              <a:defRPr sz="1350" b="0">
                <a:solidFill>
                  <a:srgbClr val="172B4D"/>
                </a:solidFill>
              </a:defRPr>
            </a:lvl8pPr>
            <a:lvl9pPr>
              <a:defRPr sz="1350" b="0">
                <a:solidFill>
                  <a:srgbClr val="172B4D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Always verify generated selectors in your own test environment.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F7343E-35B0-49BC-B214-B24AC471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81625"/>
            <a:ext cx="34290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F2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F5C40F-FE40-4763-8BB3-41A4F9A3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578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1">
                <a:solidFill>
                  <a:srgbClr val="0B8F87"/>
                </a:solidFill>
              </a:defRPr>
            </a:defPPr>
            <a:lvl1pPr>
              <a:defRPr sz="1125" b="1">
                <a:solidFill>
                  <a:srgbClr val="0B8F87"/>
                </a:solidFill>
              </a:defRPr>
            </a:lvl1pPr>
            <a:lvl2pPr>
              <a:defRPr sz="1125" b="1">
                <a:solidFill>
                  <a:srgbClr val="0B8F87"/>
                </a:solidFill>
              </a:defRPr>
            </a:lvl2pPr>
            <a:lvl3pPr>
              <a:defRPr sz="1125" b="1">
                <a:solidFill>
                  <a:srgbClr val="0B8F87"/>
                </a:solidFill>
              </a:defRPr>
            </a:lvl3pPr>
            <a:lvl4pPr>
              <a:defRPr sz="1125" b="1">
                <a:solidFill>
                  <a:srgbClr val="0B8F87"/>
                </a:solidFill>
              </a:defRPr>
            </a:lvl4pPr>
            <a:lvl5pPr>
              <a:defRPr sz="1125" b="1">
                <a:solidFill>
                  <a:srgbClr val="0B8F87"/>
                </a:solidFill>
              </a:defRPr>
            </a:lvl5pPr>
            <a:lvl6pPr>
              <a:defRPr sz="1125" b="1">
                <a:solidFill>
                  <a:srgbClr val="0B8F87"/>
                </a:solidFill>
              </a:defRPr>
            </a:lvl6pPr>
            <a:lvl7pPr>
              <a:defRPr sz="1125" b="1">
                <a:solidFill>
                  <a:srgbClr val="0B8F87"/>
                </a:solidFill>
              </a:defRPr>
            </a:lvl7pPr>
            <a:lvl8pPr>
              <a:defRPr sz="1125" b="1">
                <a:solidFill>
                  <a:srgbClr val="0B8F87"/>
                </a:solidFill>
              </a:defRPr>
            </a:lvl8pPr>
            <a:lvl9pPr>
              <a:defRPr sz="1125" b="1">
                <a:solidFill>
                  <a:srgbClr val="0B8F87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0B8F87"/>
                </a:solidFill>
              </a:defRPr>
            </a:pPr>
            <a:r>
              <a:rPr sz="1125" b="1">
                <a:solidFill>
                  <a:srgbClr val="0B8F87"/>
                </a:solidFill>
              </a:rPr>
              <a:t>Scores are guidance, not a guarantee of stability.</a:t>
            </a:r>
          </a:p>
        </p:txBody>
      </p:sp>
    </p:spTree>
    <p:extLst>
      <p:ext uri="{BB962C8B-B14F-4D97-AF65-F5344CB8AC3E}">
        <p14:creationId xmlns:p14="http://schemas.microsoft.com/office/powerpoint/2010/main" val="1074273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2026-10-24T20:52:36.7930000Z</dcterms:created>
  <dcterms:modified xsi:type="dcterms:W3CDTF">2026-10-24T20:52:36.7930000Z</dcterms:modified>
</coreProperties>
</file>
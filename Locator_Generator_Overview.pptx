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6b7bd0eb654070" /><Relationship Type="http://schemas.openxmlformats.org/officeDocument/2006/relationships/extended-properties" Target="/docProps/app.xml" Id="R4ae20f33285f4333" /><Relationship Type="http://schemas.openxmlformats.org/officeDocument/2006/relationships/officeDocument" Target="/ppt/presentation.xml" Id="Rd5d8d5d6e1f2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1f3ca84bd4282"/>
  </p:sldMasterIdLst>
  <p:notesMasterIdLst>
    <p:notesMasterId xmlns:r="http://schemas.openxmlformats.org/officeDocument/2006/relationships" r:id="R4beabd06052948cd"/>
  </p:notesMasterIdLst>
  <p:sldIdLst>
    <p:sldId xmlns:r="http://schemas.openxmlformats.org/officeDocument/2006/relationships" id="256" r:id="R6a69644d218945f8"/>
    <p:sldId xmlns:r="http://schemas.openxmlformats.org/officeDocument/2006/relationships" id="257" r:id="R498f0037bf874e77"/>
    <p:sldId xmlns:r="http://schemas.openxmlformats.org/officeDocument/2006/relationships" id="258" r:id="R5018d42a2e8448f6"/>
    <p:sldId xmlns:r="http://schemas.openxmlformats.org/officeDocument/2006/relationships" id="259" r:id="R63ec1f11da1648e4"/>
    <p:sldId xmlns:r="http://schemas.openxmlformats.org/officeDocument/2006/relationships" id="260" r:id="Rfdd4c59fac85471a"/>
    <p:sldId xmlns:r="http://schemas.openxmlformats.org/officeDocument/2006/relationships" id="261" r:id="Rd9745ff2f39c4b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065dd6172844dd" /><Relationship Type="http://schemas.openxmlformats.org/officeDocument/2006/relationships/slideMaster" Target="/ppt/slideMasters/slideMaster1.xml" Id="Rb8f1f3ca84bd4282" /><Relationship Type="http://schemas.openxmlformats.org/officeDocument/2006/relationships/notesMaster" Target="/ppt/notesMasters/notesMaster1.xml" Id="R4beabd06052948cd" /><Relationship Type="http://schemas.openxmlformats.org/officeDocument/2006/relationships/presProps" Target="/ppt/presProps.xml" Id="Rdac5a99480d64d1c" /><Relationship Type="http://schemas.openxmlformats.org/officeDocument/2006/relationships/tableStyles" Target="/ppt/tableStyles.xml" Id="R986244e8561e417f" /><Relationship Type="http://schemas.openxmlformats.org/officeDocument/2006/relationships/slide" Target="/ppt/slides/slide1.xml" Id="R6a69644d218945f8" /><Relationship Type="http://schemas.openxmlformats.org/officeDocument/2006/relationships/slide" Target="/ppt/slides/slide2.xml" Id="R498f0037bf874e77" /><Relationship Type="http://schemas.openxmlformats.org/officeDocument/2006/relationships/slide" Target="/ppt/slides/slide3.xml" Id="R5018d42a2e8448f6" /><Relationship Type="http://schemas.openxmlformats.org/officeDocument/2006/relationships/slide" Target="/ppt/slides/slide4.xml" Id="R63ec1f11da1648e4" /><Relationship Type="http://schemas.openxmlformats.org/officeDocument/2006/relationships/slide" Target="/ppt/slides/slide5.xml" Id="Rfdd4c59fac85471a" /><Relationship Type="http://schemas.openxmlformats.org/officeDocument/2006/relationships/slide" Target="/ppt/slides/slide6.xml" Id="Rd9745ff2f39c4b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13d4ec54ca4f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8332d965884d16" /><Relationship Type="http://schemas.openxmlformats.org/officeDocument/2006/relationships/notesMaster" Target="/ppt/notesMasters/notesMaster1.xml" Id="R917cac8886884e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7103cafaa2465b" /><Relationship Type="http://schemas.openxmlformats.org/officeDocument/2006/relationships/notesMaster" Target="/ppt/notesMasters/notesMaster1.xml" Id="Rbd740e930cbc49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d81f4fa5154d6d" /><Relationship Type="http://schemas.openxmlformats.org/officeDocument/2006/relationships/notesMaster" Target="/ppt/notesMasters/notesMaster1.xml" Id="Ra5d698543a164e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06820170ac4ec6" /><Relationship Type="http://schemas.openxmlformats.org/officeDocument/2006/relationships/notesMaster" Target="/ppt/notesMasters/notesMaster1.xml" Id="Rf2de4971b4b24e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2f72abd4b94611" /><Relationship Type="http://schemas.openxmlformats.org/officeDocument/2006/relationships/notesMaster" Target="/ppt/notesMasters/notesMaster1.xml" Id="R5d803f61f2e2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70bed0df9c4f70" /><Relationship Type="http://schemas.openxmlformats.org/officeDocument/2006/relationships/notesMaster" Target="/ppt/notesMasters/notesMaster1.xml" Id="Rc895240aa0da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fbb7a91dd4e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d59d5fca346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1a4ee8b9a47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d1506d4bc4b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fa83cb05d4d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a7d444f554e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738F8A-A64E-46AB-A75E-03004936A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F544E0-0176-485A-9935-4AA4A69D37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1F379F-096A-4D99-A86D-E085DBC96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004632-D387-4704-88F7-8A87EE058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3E2B23-4113-47D8-8694-AC96C5C9FB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CBEA41-0853-4E3A-8A4E-722E8A457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05A771-A419-4CB5-A219-A2C8AA4C2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8965FA-0623-41B2-9A8B-08B00978CF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822259-31C7-42D0-A4D1-05C302A356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8C8E7F-E7D4-4288-B608-69E1E9282A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93a95ed4744e41" /><Relationship Type="http://schemas.openxmlformats.org/officeDocument/2006/relationships/slideLayout" Target="/ppt/slideLayouts/slideLayout1.xml" Id="Rcb1b6128a4f749b2" /><Relationship Type="http://schemas.openxmlformats.org/officeDocument/2006/relationships/slideLayout" Target="/ppt/slideLayouts/slideLayout2.xml" Id="Rb3fda821ab4343b3" /><Relationship Type="http://schemas.openxmlformats.org/officeDocument/2006/relationships/slideLayout" Target="/ppt/slideLayouts/slideLayout3.xml" Id="Reaf59fcc344e4a2c" /><Relationship Type="http://schemas.openxmlformats.org/officeDocument/2006/relationships/slideLayout" Target="/ppt/slideLayouts/slideLayout4.xml" Id="R269262cab60f4e33" /><Relationship Type="http://schemas.openxmlformats.org/officeDocument/2006/relationships/slideLayout" Target="/ppt/slideLayouts/slideLayout5.xml" Id="R0c5b6b410e494b78" /><Relationship Type="http://schemas.openxmlformats.org/officeDocument/2006/relationships/slideLayout" Target="/ppt/slideLayouts/slideLayout6.xml" Id="R8f07084bfa71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1b6128a4f749b2"/>
    <p:sldLayoutId xmlns:r="http://schemas.openxmlformats.org/officeDocument/2006/relationships" id="2147483650" r:id="Rb3fda821ab4343b3"/>
    <p:sldLayoutId xmlns:r="http://schemas.openxmlformats.org/officeDocument/2006/relationships" id="2147483651" r:id="Reaf59fcc344e4a2c"/>
    <p:sldLayoutId xmlns:r="http://schemas.openxmlformats.org/officeDocument/2006/relationships" id="2147483652" r:id="R269262cab60f4e33"/>
    <p:sldLayoutId xmlns:r="http://schemas.openxmlformats.org/officeDocument/2006/relationships" id="2147483653" r:id="R0c5b6b410e494b78"/>
    <p:sldLayoutId xmlns:r="http://schemas.openxmlformats.org/officeDocument/2006/relationships" id="2147483654" r:id="R8f07084bfa71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f45a345bb46cb" /><Relationship Type="http://schemas.openxmlformats.org/officeDocument/2006/relationships/image" Target="/ppt/media/image.png" Id="Rb0dcb949ce474fa1" /><Relationship Type="http://schemas.openxmlformats.org/officeDocument/2006/relationships/notesSlide" Target="/ppt/notesSlides/notesSlide1.xml" Id="Re55a4668fd5640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9f5c72a7f4be7" /><Relationship Type="http://schemas.openxmlformats.org/officeDocument/2006/relationships/notesSlide" Target="/ppt/notesSlides/notesSlide2.xml" Id="Rbf4992610fa5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f7a8aae6a4e6b" /><Relationship Type="http://schemas.openxmlformats.org/officeDocument/2006/relationships/image" Target="/ppt/media/image2.png" Id="Ra2a9e74c65d44602" /><Relationship Type="http://schemas.openxmlformats.org/officeDocument/2006/relationships/notesSlide" Target="/ppt/notesSlides/notesSlide3.xml" Id="R8dd05139488142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3e006cfb24d0a" /><Relationship Type="http://schemas.openxmlformats.org/officeDocument/2006/relationships/image" Target="/ppt/media/image3.png" Id="Rb0dc54ad1c76457f" /><Relationship Type="http://schemas.openxmlformats.org/officeDocument/2006/relationships/notesSlide" Target="/ppt/notesSlides/notesSlide4.xml" Id="R46f5fec7602543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2f6b6007c4c99" /><Relationship Type="http://schemas.openxmlformats.org/officeDocument/2006/relationships/image" Target="/ppt/media/image4.png" Id="R4bf0919f66734d08" /><Relationship Type="http://schemas.openxmlformats.org/officeDocument/2006/relationships/notesSlide" Target="/ppt/notesSlides/notesSlide5.xml" Id="Rc6d93f846b8f4a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87bc969e94aec" /><Relationship Type="http://schemas.openxmlformats.org/officeDocument/2006/relationships/image" Target="/ppt/media/image5.png" Id="R3d49b8a6c97f4b32" /><Relationship Type="http://schemas.openxmlformats.org/officeDocument/2006/relationships/notesSlide" Target="/ppt/notesSlides/notesSlide6.xml" Id="R91c9868d0e1b43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92F57-68BA-4D7C-8922-366B193F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0F13F-33D1-4A25-BFA5-22B25E9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48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93C5FD"/>
                </a:solidFill>
              </a:defRPr>
            </a:defPPr>
            <a:lvl1pPr>
              <a:buNone/>
              <a:defRPr sz="1050" b="1">
                <a:solidFill>
                  <a:srgbClr val="93C5FD"/>
                </a:solidFill>
              </a:defRPr>
            </a:lvl1pPr>
            <a:lvl2pPr>
              <a:buNone/>
              <a:defRPr sz="1050" b="1">
                <a:solidFill>
                  <a:srgbClr val="93C5FD"/>
                </a:solidFill>
              </a:defRPr>
            </a:lvl2pPr>
            <a:lvl3pPr>
              <a:buNone/>
              <a:defRPr sz="1050" b="1">
                <a:solidFill>
                  <a:srgbClr val="93C5FD"/>
                </a:solidFill>
              </a:defRPr>
            </a:lvl3pPr>
            <a:lvl4pPr>
              <a:buNone/>
              <a:defRPr sz="1050" b="1">
                <a:solidFill>
                  <a:srgbClr val="93C5FD"/>
                </a:solidFill>
              </a:defRPr>
            </a:lvl4pPr>
            <a:lvl5pPr>
              <a:buNone/>
              <a:defRPr sz="1050" b="1">
                <a:solidFill>
                  <a:srgbClr val="93C5FD"/>
                </a:solidFill>
              </a:defRPr>
            </a:lvl5pPr>
            <a:lvl6pPr>
              <a:buNone/>
              <a:defRPr sz="1050" b="1">
                <a:solidFill>
                  <a:srgbClr val="93C5FD"/>
                </a:solidFill>
              </a:defRPr>
            </a:lvl6pPr>
            <a:lvl7pPr>
              <a:buNone/>
              <a:defRPr sz="1050" b="1">
                <a:solidFill>
                  <a:srgbClr val="93C5FD"/>
                </a:solidFill>
              </a:defRPr>
            </a:lvl7pPr>
            <a:lvl8pPr>
              <a:buNone/>
              <a:defRPr sz="1050" b="1">
                <a:solidFill>
                  <a:srgbClr val="93C5FD"/>
                </a:solidFill>
              </a:defRPr>
            </a:lvl8pPr>
            <a:lvl9pPr>
              <a:buNone/>
              <a:defRPr sz="1050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93C5FD"/>
                </a:solidFill>
              </a:defRPr>
            </a:pPr>
            <a:r>
              <a:rPr sz="1050" b="1">
                <a:solidFill>
                  <a:srgbClr val="93C5FD"/>
                </a:solidFill>
              </a:rPr>
              <a:t>LOCATOR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C1E9D-A129-4C94-9062-DC2C0FAA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buNone/>
              <a:defRPr sz="3300" b="1">
                <a:solidFill>
                  <a:srgbClr val="FFFFFF"/>
                </a:solidFill>
              </a:defRPr>
            </a:lvl1pPr>
            <a:lvl2pPr>
              <a:buNone/>
              <a:defRPr sz="3300" b="1">
                <a:solidFill>
                  <a:srgbClr val="FFFFFF"/>
                </a:solidFill>
              </a:defRPr>
            </a:lvl2pPr>
            <a:lvl3pPr>
              <a:buNone/>
              <a:defRPr sz="3300" b="1">
                <a:solidFill>
                  <a:srgbClr val="FFFFFF"/>
                </a:solidFill>
              </a:defRPr>
            </a:lvl3pPr>
            <a:lvl4pPr>
              <a:buNone/>
              <a:defRPr sz="3300" b="1">
                <a:solidFill>
                  <a:srgbClr val="FFFFFF"/>
                </a:solidFill>
              </a:defRPr>
            </a:lvl4pPr>
            <a:lvl5pPr>
              <a:buNone/>
              <a:defRPr sz="3300" b="1">
                <a:solidFill>
                  <a:srgbClr val="FFFFFF"/>
                </a:solidFill>
              </a:defRPr>
            </a:lvl5pPr>
            <a:lvl6pPr>
              <a:buNone/>
              <a:defRPr sz="3300" b="1">
                <a:solidFill>
                  <a:srgbClr val="FFFFFF"/>
                </a:solidFill>
              </a:defRPr>
            </a:lvl6pPr>
            <a:lvl7pPr>
              <a:buNone/>
              <a:defRPr sz="3300" b="1">
                <a:solidFill>
                  <a:srgbClr val="FFFFFF"/>
                </a:solidFill>
              </a:defRPr>
            </a:lvl7pPr>
            <a:lvl8pPr>
              <a:buNone/>
              <a:defRPr sz="3300" b="1">
                <a:solidFill>
                  <a:srgbClr val="FFFFFF"/>
                </a:solidFill>
              </a:defRPr>
            </a:lvl8pPr>
            <a:lvl9pPr>
              <a:buNone/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Build better UI automation locators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6B0EE-6A9C-49DB-B3BB-CF6CDD1F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D4DFEE"/>
                </a:solidFill>
              </a:defRPr>
            </a:defPPr>
            <a:lvl1pPr>
              <a:buNone/>
              <a:defRPr sz="1650" b="0">
                <a:solidFill>
                  <a:srgbClr val="D4DFEE"/>
                </a:solidFill>
              </a:defRPr>
            </a:lvl1pPr>
            <a:lvl2pPr>
              <a:buNone/>
              <a:defRPr sz="1650" b="0">
                <a:solidFill>
                  <a:srgbClr val="D4DFEE"/>
                </a:solidFill>
              </a:defRPr>
            </a:lvl2pPr>
            <a:lvl3pPr>
              <a:buNone/>
              <a:defRPr sz="1650" b="0">
                <a:solidFill>
                  <a:srgbClr val="D4DFEE"/>
                </a:solidFill>
              </a:defRPr>
            </a:lvl3pPr>
            <a:lvl4pPr>
              <a:buNone/>
              <a:defRPr sz="1650" b="0">
                <a:solidFill>
                  <a:srgbClr val="D4DFEE"/>
                </a:solidFill>
              </a:defRPr>
            </a:lvl4pPr>
            <a:lvl5pPr>
              <a:buNone/>
              <a:defRPr sz="1650" b="0">
                <a:solidFill>
                  <a:srgbClr val="D4DFEE"/>
                </a:solidFill>
              </a:defRPr>
            </a:lvl5pPr>
            <a:lvl6pPr>
              <a:buNone/>
              <a:defRPr sz="1650" b="0">
                <a:solidFill>
                  <a:srgbClr val="D4DFEE"/>
                </a:solidFill>
              </a:defRPr>
            </a:lvl6pPr>
            <a:lvl7pPr>
              <a:buNone/>
              <a:defRPr sz="1650" b="0">
                <a:solidFill>
                  <a:srgbClr val="D4DFEE"/>
                </a:solidFill>
              </a:defRPr>
            </a:lvl7pPr>
            <a:lvl8pPr>
              <a:buNone/>
              <a:defRPr sz="1650" b="0">
                <a:solidFill>
                  <a:srgbClr val="D4DFEE"/>
                </a:solidFill>
              </a:defRPr>
            </a:lvl8pPr>
            <a:lvl9pPr>
              <a:buNone/>
              <a:defRPr sz="1650" b="0">
                <a:solidFill>
                  <a:srgbClr val="D4DFEE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4DFEE"/>
                </a:solidFill>
              </a:defRPr>
            </a:pPr>
            <a:r>
              <a:rPr sz="1650" b="0">
                <a:solidFill>
                  <a:srgbClr val="D4DFEE"/>
                </a:solidFill>
              </a:rPr>
              <a:t>Generate, capture, audit, and export CSS and XPath selectors in one desktop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A9BE1-1B2F-418D-85A1-04B093DC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34B6E-C49F-4FDC-B6E5-4B6FBE79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D4DFEE"/>
                </a:solidFill>
              </a:defRPr>
            </a:defPPr>
            <a:lvl1pPr>
              <a:buNone/>
              <a:defRPr sz="1200" b="0">
                <a:solidFill>
                  <a:srgbClr val="D4DFEE"/>
                </a:solidFill>
              </a:defRPr>
            </a:lvl1pPr>
            <a:lvl2pPr>
              <a:buNone/>
              <a:defRPr sz="1200" b="0">
                <a:solidFill>
                  <a:srgbClr val="D4DFEE"/>
                </a:solidFill>
              </a:defRPr>
            </a:lvl2pPr>
            <a:lvl3pPr>
              <a:buNone/>
              <a:defRPr sz="1200" b="0">
                <a:solidFill>
                  <a:srgbClr val="D4DFEE"/>
                </a:solidFill>
              </a:defRPr>
            </a:lvl3pPr>
            <a:lvl4pPr>
              <a:buNone/>
              <a:defRPr sz="1200" b="0">
                <a:solidFill>
                  <a:srgbClr val="D4DFEE"/>
                </a:solidFill>
              </a:defRPr>
            </a:lvl4pPr>
            <a:lvl5pPr>
              <a:buNone/>
              <a:defRPr sz="1200" b="0">
                <a:solidFill>
                  <a:srgbClr val="D4DFEE"/>
                </a:solidFill>
              </a:defRPr>
            </a:lvl5pPr>
            <a:lvl6pPr>
              <a:buNone/>
              <a:defRPr sz="1200" b="0">
                <a:solidFill>
                  <a:srgbClr val="D4DFEE"/>
                </a:solidFill>
              </a:defRPr>
            </a:lvl6pPr>
            <a:lvl7pPr>
              <a:buNone/>
              <a:defRPr sz="1200" b="0">
                <a:solidFill>
                  <a:srgbClr val="D4DFEE"/>
                </a:solidFill>
              </a:defRPr>
            </a:lvl7pPr>
            <a:lvl8pPr>
              <a:buNone/>
              <a:defRPr sz="1200" b="0">
                <a:solidFill>
                  <a:srgbClr val="D4DFEE"/>
                </a:solidFill>
              </a:defRPr>
            </a:lvl8pPr>
            <a:lvl9pPr>
              <a:buNone/>
              <a:defRPr sz="1200" b="0">
                <a:solidFill>
                  <a:srgbClr val="D4DFEE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D4DFEE"/>
                </a:solidFill>
              </a:defRPr>
            </a:pPr>
            <a:r>
              <a:rPr sz="1200" b="0">
                <a:solidFill>
                  <a:srgbClr val="D4DFEE"/>
                </a:solidFill>
              </a:rPr>
              <a:t>Standalone Windows build available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AE192-9E7D-4BDF-976D-7B0471C624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cb949ce474fa1"/>
          <a:srcRect xmlns:a="http://schemas.openxmlformats.org/drawingml/2006/main" l="6133" t="0" r="6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43063"/>
            <a:ext cx="5334000" cy="33337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D4760-2C4E-4977-9C24-6D4698A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A8B9D2"/>
                </a:solidFill>
              </a:defRPr>
            </a:defPPr>
            <a:lvl1pPr>
              <a:buNone/>
              <a:defRPr sz="1050" b="0">
                <a:solidFill>
                  <a:srgbClr val="A8B9D2"/>
                </a:solidFill>
              </a:defRPr>
            </a:lvl1pPr>
            <a:lvl2pPr>
              <a:buNone/>
              <a:defRPr sz="1050" b="0">
                <a:solidFill>
                  <a:srgbClr val="A8B9D2"/>
                </a:solidFill>
              </a:defRPr>
            </a:lvl2pPr>
            <a:lvl3pPr>
              <a:buNone/>
              <a:defRPr sz="1050" b="0">
                <a:solidFill>
                  <a:srgbClr val="A8B9D2"/>
                </a:solidFill>
              </a:defRPr>
            </a:lvl3pPr>
            <a:lvl4pPr>
              <a:buNone/>
              <a:defRPr sz="1050" b="0">
                <a:solidFill>
                  <a:srgbClr val="A8B9D2"/>
                </a:solidFill>
              </a:defRPr>
            </a:lvl4pPr>
            <a:lvl5pPr>
              <a:buNone/>
              <a:defRPr sz="1050" b="0">
                <a:solidFill>
                  <a:srgbClr val="A8B9D2"/>
                </a:solidFill>
              </a:defRPr>
            </a:lvl5pPr>
            <a:lvl6pPr>
              <a:buNone/>
              <a:defRPr sz="1050" b="0">
                <a:solidFill>
                  <a:srgbClr val="A8B9D2"/>
                </a:solidFill>
              </a:defRPr>
            </a:lvl6pPr>
            <a:lvl7pPr>
              <a:buNone/>
              <a:defRPr sz="1050" b="0">
                <a:solidFill>
                  <a:srgbClr val="A8B9D2"/>
                </a:solidFill>
              </a:defRPr>
            </a:lvl7pPr>
            <a:lvl8pPr>
              <a:buNone/>
              <a:defRPr sz="1050" b="0">
                <a:solidFill>
                  <a:srgbClr val="A8B9D2"/>
                </a:solidFill>
              </a:defRPr>
            </a:lvl8pPr>
            <a:lvl9pPr>
              <a:buNone/>
              <a:defRPr sz="1050" b="0">
                <a:solidFill>
                  <a:srgbClr val="A8B9D2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A8B9D2"/>
                </a:solidFill>
              </a:defRPr>
            </a:pPr>
            <a:r>
              <a:rPr sz="1050" b="0">
                <a:solidFill>
                  <a:srgbClr val="A8B9D2"/>
                </a:solidFill>
              </a:rPr>
              <a:t>A practical workspace for test automation engineers</a:t>
            </a:r>
          </a:p>
        </p:txBody>
      </p:sp>
    </p:spTree>
    <p:extLst>
      <p:ext uri="{BB962C8B-B14F-4D97-AF65-F5344CB8AC3E}">
        <p14:creationId xmlns:p14="http://schemas.microsoft.com/office/powerpoint/2010/main" val="665713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50F8D-585B-4E21-AEB1-47A80470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8FFED-4AA5-4608-9776-0F6C3F39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563EB"/>
                </a:solidFill>
              </a:defRPr>
            </a:defPPr>
            <a:lvl1pPr>
              <a:buNone/>
              <a:defRPr sz="975" b="1">
                <a:solidFill>
                  <a:srgbClr val="2563EB"/>
                </a:solidFill>
              </a:defRPr>
            </a:lvl1pPr>
            <a:lvl2pPr>
              <a:buNone/>
              <a:defRPr sz="975" b="1">
                <a:solidFill>
                  <a:srgbClr val="2563EB"/>
                </a:solidFill>
              </a:defRPr>
            </a:lvl2pPr>
            <a:lvl3pPr>
              <a:buNone/>
              <a:defRPr sz="975" b="1">
                <a:solidFill>
                  <a:srgbClr val="2563EB"/>
                </a:solidFill>
              </a:defRPr>
            </a:lvl3pPr>
            <a:lvl4pPr>
              <a:buNone/>
              <a:defRPr sz="975" b="1">
                <a:solidFill>
                  <a:srgbClr val="2563EB"/>
                </a:solidFill>
              </a:defRPr>
            </a:lvl4pPr>
            <a:lvl5pPr>
              <a:buNone/>
              <a:defRPr sz="975" b="1">
                <a:solidFill>
                  <a:srgbClr val="2563EB"/>
                </a:solidFill>
              </a:defRPr>
            </a:lvl5pPr>
            <a:lvl6pPr>
              <a:buNone/>
              <a:defRPr sz="975" b="1">
                <a:solidFill>
                  <a:srgbClr val="2563EB"/>
                </a:solidFill>
              </a:defRPr>
            </a:lvl6pPr>
            <a:lvl7pPr>
              <a:buNone/>
              <a:defRPr sz="975" b="1">
                <a:solidFill>
                  <a:srgbClr val="2563EB"/>
                </a:solidFill>
              </a:defRPr>
            </a:lvl7pPr>
            <a:lvl8pPr>
              <a:buNone/>
              <a:defRPr sz="975" b="1">
                <a:solidFill>
                  <a:srgbClr val="2563EB"/>
                </a:solidFill>
              </a:defRPr>
            </a:lvl8pPr>
            <a:lvl9pPr>
              <a:buNone/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APP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355FC-52F9-4396-80D4-26CC7235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4D"/>
                </a:solidFill>
              </a:defRPr>
            </a:defPPr>
            <a:lvl1pPr>
              <a:buNone/>
              <a:defRPr sz="2550" b="1">
                <a:solidFill>
                  <a:srgbClr val="172B4D"/>
                </a:solidFill>
              </a:defRPr>
            </a:lvl1pPr>
            <a:lvl2pPr>
              <a:buNone/>
              <a:defRPr sz="2550" b="1">
                <a:solidFill>
                  <a:srgbClr val="172B4D"/>
                </a:solidFill>
              </a:defRPr>
            </a:lvl2pPr>
            <a:lvl3pPr>
              <a:buNone/>
              <a:defRPr sz="2550" b="1">
                <a:solidFill>
                  <a:srgbClr val="172B4D"/>
                </a:solidFill>
              </a:defRPr>
            </a:lvl3pPr>
            <a:lvl4pPr>
              <a:buNone/>
              <a:defRPr sz="2550" b="1">
                <a:solidFill>
                  <a:srgbClr val="172B4D"/>
                </a:solidFill>
              </a:defRPr>
            </a:lvl4pPr>
            <a:lvl5pPr>
              <a:buNone/>
              <a:defRPr sz="2550" b="1">
                <a:solidFill>
                  <a:srgbClr val="172B4D"/>
                </a:solidFill>
              </a:defRPr>
            </a:lvl5pPr>
            <a:lvl6pPr>
              <a:buNone/>
              <a:defRPr sz="2550" b="1">
                <a:solidFill>
                  <a:srgbClr val="172B4D"/>
                </a:solidFill>
              </a:defRPr>
            </a:lvl6pPr>
            <a:lvl7pPr>
              <a:buNone/>
              <a:defRPr sz="2550" b="1">
                <a:solidFill>
                  <a:srgbClr val="172B4D"/>
                </a:solidFill>
              </a:defRPr>
            </a:lvl7pPr>
            <a:lvl8pPr>
              <a:buNone/>
              <a:defRPr sz="2550" b="1">
                <a:solidFill>
                  <a:srgbClr val="172B4D"/>
                </a:solidFill>
              </a:defRPr>
            </a:lvl8pPr>
            <a:lvl9pPr>
              <a:buNone/>
              <a:defRPr sz="25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From captured element to reusable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CF37F-7567-4E2E-BD23-68991C46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92D7A-770A-4991-8C92-99937DB7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E6F89"/>
                </a:solidFill>
              </a:defRPr>
            </a:defPPr>
            <a:lvl1pPr>
              <a:buNone/>
              <a:defRPr sz="825" b="0">
                <a:solidFill>
                  <a:srgbClr val="5E6F89"/>
                </a:solidFill>
              </a:defRPr>
            </a:lvl1pPr>
            <a:lvl2pPr>
              <a:buNone/>
              <a:defRPr sz="825" b="0">
                <a:solidFill>
                  <a:srgbClr val="5E6F89"/>
                </a:solidFill>
              </a:defRPr>
            </a:lvl2pPr>
            <a:lvl3pPr>
              <a:buNone/>
              <a:defRPr sz="825" b="0">
                <a:solidFill>
                  <a:srgbClr val="5E6F89"/>
                </a:solidFill>
              </a:defRPr>
            </a:lvl3pPr>
            <a:lvl4pPr>
              <a:buNone/>
              <a:defRPr sz="825" b="0">
                <a:solidFill>
                  <a:srgbClr val="5E6F89"/>
                </a:solidFill>
              </a:defRPr>
            </a:lvl4pPr>
            <a:lvl5pPr>
              <a:buNone/>
              <a:defRPr sz="825" b="0">
                <a:solidFill>
                  <a:srgbClr val="5E6F89"/>
                </a:solidFill>
              </a:defRPr>
            </a:lvl5pPr>
            <a:lvl6pPr>
              <a:buNone/>
              <a:defRPr sz="825" b="0">
                <a:solidFill>
                  <a:srgbClr val="5E6F89"/>
                </a:solidFill>
              </a:defRPr>
            </a:lvl6pPr>
            <a:lvl7pPr>
              <a:buNone/>
              <a:defRPr sz="825" b="0">
                <a:solidFill>
                  <a:srgbClr val="5E6F89"/>
                </a:solidFill>
              </a:defRPr>
            </a:lvl7pPr>
            <a:lvl8pPr>
              <a:buNone/>
              <a:defRPr sz="825" b="0">
                <a:solidFill>
                  <a:srgbClr val="5E6F89"/>
                </a:solidFill>
              </a:defRPr>
            </a:lvl8pPr>
            <a:lvl9pPr>
              <a:buNone/>
              <a:defRPr sz="82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5E6F89"/>
                </a:solidFill>
              </a:defRPr>
            </a:pPr>
            <a:r>
              <a:rPr sz="825" b="0">
                <a:solidFill>
                  <a:srgbClr val="5E6F89"/>
                </a:solidFill>
              </a:rPr>
              <a:t>Locator Generator  •  CSS and XPath automation toolkit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1F434-4579-483F-865D-04174294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E6F89"/>
                </a:solidFill>
              </a:defRPr>
            </a:defPPr>
            <a:lvl1pPr>
              <a:buNone/>
              <a:defRPr sz="1575" b="0">
                <a:solidFill>
                  <a:srgbClr val="5E6F89"/>
                </a:solidFill>
              </a:defRPr>
            </a:lvl1pPr>
            <a:lvl2pPr>
              <a:buNone/>
              <a:defRPr sz="1575" b="0">
                <a:solidFill>
                  <a:srgbClr val="5E6F89"/>
                </a:solidFill>
              </a:defRPr>
            </a:lvl2pPr>
            <a:lvl3pPr>
              <a:buNone/>
              <a:defRPr sz="1575" b="0">
                <a:solidFill>
                  <a:srgbClr val="5E6F89"/>
                </a:solidFill>
              </a:defRPr>
            </a:lvl3pPr>
            <a:lvl4pPr>
              <a:buNone/>
              <a:defRPr sz="1575" b="0">
                <a:solidFill>
                  <a:srgbClr val="5E6F89"/>
                </a:solidFill>
              </a:defRPr>
            </a:lvl4pPr>
            <a:lvl5pPr>
              <a:buNone/>
              <a:defRPr sz="1575" b="0">
                <a:solidFill>
                  <a:srgbClr val="5E6F89"/>
                </a:solidFill>
              </a:defRPr>
            </a:lvl5pPr>
            <a:lvl6pPr>
              <a:buNone/>
              <a:defRPr sz="1575" b="0">
                <a:solidFill>
                  <a:srgbClr val="5E6F89"/>
                </a:solidFill>
              </a:defRPr>
            </a:lvl6pPr>
            <a:lvl7pPr>
              <a:buNone/>
              <a:defRPr sz="1575" b="0">
                <a:solidFill>
                  <a:srgbClr val="5E6F89"/>
                </a:solidFill>
              </a:defRPr>
            </a:lvl7pPr>
            <a:lvl8pPr>
              <a:buNone/>
              <a:defRPr sz="1575" b="0">
                <a:solidFill>
                  <a:srgbClr val="5E6F89"/>
                </a:solidFill>
              </a:defRPr>
            </a:lvl8pPr>
            <a:lvl9pPr>
              <a:buNone/>
              <a:defRPr sz="157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E6F89"/>
                </a:solidFill>
              </a:defRPr>
            </a:pPr>
            <a:r>
              <a:rPr sz="1575" b="0">
                <a:solidFill>
                  <a:srgbClr val="5E6F89"/>
                </a:solidFill>
              </a:rPr>
              <a:t>Capture page elements, review their selectors, and carry the ones you trust into code and exports.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1EA55-4E83-4CF7-A37C-F21E987C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17FD2-B5A5-42CB-936C-78B62136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buNone/>
              <a:defRPr sz="1350" b="1">
                <a:solidFill>
                  <a:srgbClr val="FFFFFF"/>
                </a:solidFill>
              </a:defRPr>
            </a:lvl1pPr>
            <a:lvl2pPr>
              <a:buNone/>
              <a:defRPr sz="1350" b="1">
                <a:solidFill>
                  <a:srgbClr val="FFFFFF"/>
                </a:solidFill>
              </a:defRPr>
            </a:lvl2pPr>
            <a:lvl3pPr>
              <a:buNone/>
              <a:defRPr sz="1350" b="1">
                <a:solidFill>
                  <a:srgbClr val="FFFFFF"/>
                </a:solidFill>
              </a:defRPr>
            </a:lvl3pPr>
            <a:lvl4pPr>
              <a:buNone/>
              <a:defRPr sz="1350" b="1">
                <a:solidFill>
                  <a:srgbClr val="FFFFFF"/>
                </a:solidFill>
              </a:defRPr>
            </a:lvl4pPr>
            <a:lvl5pPr>
              <a:buNone/>
              <a:defRPr sz="1350" b="1">
                <a:solidFill>
                  <a:srgbClr val="FFFFFF"/>
                </a:solidFill>
              </a:defRPr>
            </a:lvl5pPr>
            <a:lvl6pPr>
              <a:buNone/>
              <a:defRPr sz="1350" b="1">
                <a:solidFill>
                  <a:srgbClr val="FFFFFF"/>
                </a:solidFill>
              </a:defRPr>
            </a:lvl6pPr>
            <a:lvl7pPr>
              <a:buNone/>
              <a:defRPr sz="1350" b="1">
                <a:solidFill>
                  <a:srgbClr val="FFFFFF"/>
                </a:solidFill>
              </a:defRPr>
            </a:lvl7pPr>
            <a:lvl8pPr>
              <a:buNone/>
              <a:defRPr sz="1350" b="1">
                <a:solidFill>
                  <a:srgbClr val="FFFFFF"/>
                </a:solidFill>
              </a:defRPr>
            </a:lvl8pPr>
            <a:lvl9pPr>
              <a:buNone/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0E733-0334-428F-B6E7-907442B6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193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4D"/>
                </a:solidFill>
              </a:defRPr>
            </a:defPPr>
            <a:lvl1pPr>
              <a:buNone/>
              <a:defRPr sz="1500" b="1">
                <a:solidFill>
                  <a:srgbClr val="172B4D"/>
                </a:solidFill>
              </a:defRPr>
            </a:lvl1pPr>
            <a:lvl2pPr>
              <a:buNone/>
              <a:defRPr sz="1500" b="1">
                <a:solidFill>
                  <a:srgbClr val="172B4D"/>
                </a:solidFill>
              </a:defRPr>
            </a:lvl2pPr>
            <a:lvl3pPr>
              <a:buNone/>
              <a:defRPr sz="1500" b="1">
                <a:solidFill>
                  <a:srgbClr val="172B4D"/>
                </a:solidFill>
              </a:defRPr>
            </a:lvl3pPr>
            <a:lvl4pPr>
              <a:buNone/>
              <a:defRPr sz="1500" b="1">
                <a:solidFill>
                  <a:srgbClr val="172B4D"/>
                </a:solidFill>
              </a:defRPr>
            </a:lvl4pPr>
            <a:lvl5pPr>
              <a:buNone/>
              <a:defRPr sz="1500" b="1">
                <a:solidFill>
                  <a:srgbClr val="172B4D"/>
                </a:solidFill>
              </a:defRPr>
            </a:lvl5pPr>
            <a:lvl6pPr>
              <a:buNone/>
              <a:defRPr sz="1500" b="1">
                <a:solidFill>
                  <a:srgbClr val="172B4D"/>
                </a:solidFill>
              </a:defRPr>
            </a:lvl6pPr>
            <a:lvl7pPr>
              <a:buNone/>
              <a:defRPr sz="1500" b="1">
                <a:solidFill>
                  <a:srgbClr val="172B4D"/>
                </a:solidFill>
              </a:defRPr>
            </a:lvl7pPr>
            <a:lvl8pPr>
              <a:buNone/>
              <a:defRPr sz="1500" b="1">
                <a:solidFill>
                  <a:srgbClr val="172B4D"/>
                </a:solidFill>
              </a:defRPr>
            </a:lvl8pPr>
            <a:lvl9pPr>
              <a:buNone/>
              <a:defRPr sz="15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868F1-16EB-4172-B62F-A3AB5EA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193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E6F89"/>
                </a:solidFill>
              </a:defRPr>
            </a:defPPr>
            <a:lvl1pPr>
              <a:buNone/>
              <a:defRPr sz="1275" b="0">
                <a:solidFill>
                  <a:srgbClr val="5E6F89"/>
                </a:solidFill>
              </a:defRPr>
            </a:lvl1pPr>
            <a:lvl2pPr>
              <a:buNone/>
              <a:defRPr sz="1275" b="0">
                <a:solidFill>
                  <a:srgbClr val="5E6F89"/>
                </a:solidFill>
              </a:defRPr>
            </a:lvl2pPr>
            <a:lvl3pPr>
              <a:buNone/>
              <a:defRPr sz="1275" b="0">
                <a:solidFill>
                  <a:srgbClr val="5E6F89"/>
                </a:solidFill>
              </a:defRPr>
            </a:lvl3pPr>
            <a:lvl4pPr>
              <a:buNone/>
              <a:defRPr sz="1275" b="0">
                <a:solidFill>
                  <a:srgbClr val="5E6F89"/>
                </a:solidFill>
              </a:defRPr>
            </a:lvl4pPr>
            <a:lvl5pPr>
              <a:buNone/>
              <a:defRPr sz="1275" b="0">
                <a:solidFill>
                  <a:srgbClr val="5E6F89"/>
                </a:solidFill>
              </a:defRPr>
            </a:lvl5pPr>
            <a:lvl6pPr>
              <a:buNone/>
              <a:defRPr sz="1275" b="0">
                <a:solidFill>
                  <a:srgbClr val="5E6F89"/>
                </a:solidFill>
              </a:defRPr>
            </a:lvl6pPr>
            <a:lvl7pPr>
              <a:buNone/>
              <a:defRPr sz="1275" b="0">
                <a:solidFill>
                  <a:srgbClr val="5E6F89"/>
                </a:solidFill>
              </a:defRPr>
            </a:lvl7pPr>
            <a:lvl8pPr>
              <a:buNone/>
              <a:defRPr sz="1275" b="0">
                <a:solidFill>
                  <a:srgbClr val="5E6F89"/>
                </a:solidFill>
              </a:defRPr>
            </a:lvl8pPr>
            <a:lvl9pPr>
              <a:buNone/>
              <a:defRPr sz="127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Use the embedded picker, paste HTML, or scan a page for elements.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569D1-9913-4EB6-B855-D3F24721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7D5F2-997C-4A52-AFF3-D5CC6F3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buNone/>
              <a:defRPr sz="1350" b="1">
                <a:solidFill>
                  <a:srgbClr val="FFFFFF"/>
                </a:solidFill>
              </a:defRPr>
            </a:lvl1pPr>
            <a:lvl2pPr>
              <a:buNone/>
              <a:defRPr sz="1350" b="1">
                <a:solidFill>
                  <a:srgbClr val="FFFFFF"/>
                </a:solidFill>
              </a:defRPr>
            </a:lvl2pPr>
            <a:lvl3pPr>
              <a:buNone/>
              <a:defRPr sz="1350" b="1">
                <a:solidFill>
                  <a:srgbClr val="FFFFFF"/>
                </a:solidFill>
              </a:defRPr>
            </a:lvl3pPr>
            <a:lvl4pPr>
              <a:buNone/>
              <a:defRPr sz="1350" b="1">
                <a:solidFill>
                  <a:srgbClr val="FFFFFF"/>
                </a:solidFill>
              </a:defRPr>
            </a:lvl4pPr>
            <a:lvl5pPr>
              <a:buNone/>
              <a:defRPr sz="1350" b="1">
                <a:solidFill>
                  <a:srgbClr val="FFFFFF"/>
                </a:solidFill>
              </a:defRPr>
            </a:lvl5pPr>
            <a:lvl6pPr>
              <a:buNone/>
              <a:defRPr sz="1350" b="1">
                <a:solidFill>
                  <a:srgbClr val="FFFFFF"/>
                </a:solidFill>
              </a:defRPr>
            </a:lvl6pPr>
            <a:lvl7pPr>
              <a:buNone/>
              <a:defRPr sz="1350" b="1">
                <a:solidFill>
                  <a:srgbClr val="FFFFFF"/>
                </a:solidFill>
              </a:defRPr>
            </a:lvl7pPr>
            <a:lvl8pPr>
              <a:buNone/>
              <a:defRPr sz="1350" b="1">
                <a:solidFill>
                  <a:srgbClr val="FFFFFF"/>
                </a:solidFill>
              </a:defRPr>
            </a:lvl8pPr>
            <a:lvl9pPr>
              <a:buNone/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023D3-7DCF-41CE-AD89-7417E16E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622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4D"/>
                </a:solidFill>
              </a:defRPr>
            </a:defPPr>
            <a:lvl1pPr>
              <a:buNone/>
              <a:defRPr sz="1500" b="1">
                <a:solidFill>
                  <a:srgbClr val="172B4D"/>
                </a:solidFill>
              </a:defRPr>
            </a:lvl1pPr>
            <a:lvl2pPr>
              <a:buNone/>
              <a:defRPr sz="1500" b="1">
                <a:solidFill>
                  <a:srgbClr val="172B4D"/>
                </a:solidFill>
              </a:defRPr>
            </a:lvl2pPr>
            <a:lvl3pPr>
              <a:buNone/>
              <a:defRPr sz="1500" b="1">
                <a:solidFill>
                  <a:srgbClr val="172B4D"/>
                </a:solidFill>
              </a:defRPr>
            </a:lvl3pPr>
            <a:lvl4pPr>
              <a:buNone/>
              <a:defRPr sz="1500" b="1">
                <a:solidFill>
                  <a:srgbClr val="172B4D"/>
                </a:solidFill>
              </a:defRPr>
            </a:lvl4pPr>
            <a:lvl5pPr>
              <a:buNone/>
              <a:defRPr sz="1500" b="1">
                <a:solidFill>
                  <a:srgbClr val="172B4D"/>
                </a:solidFill>
              </a:defRPr>
            </a:lvl5pPr>
            <a:lvl6pPr>
              <a:buNone/>
              <a:defRPr sz="1500" b="1">
                <a:solidFill>
                  <a:srgbClr val="172B4D"/>
                </a:solidFill>
              </a:defRPr>
            </a:lvl6pPr>
            <a:lvl7pPr>
              <a:buNone/>
              <a:defRPr sz="1500" b="1">
                <a:solidFill>
                  <a:srgbClr val="172B4D"/>
                </a:solidFill>
              </a:defRPr>
            </a:lvl7pPr>
            <a:lvl8pPr>
              <a:buNone/>
              <a:defRPr sz="1500" b="1">
                <a:solidFill>
                  <a:srgbClr val="172B4D"/>
                </a:solidFill>
              </a:defRPr>
            </a:lvl8pPr>
            <a:lvl9pPr>
              <a:buNone/>
              <a:defRPr sz="15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39588-DF4F-41F9-B63B-CA70710E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E6F89"/>
                </a:solidFill>
              </a:defRPr>
            </a:defPPr>
            <a:lvl1pPr>
              <a:buNone/>
              <a:defRPr sz="1275" b="0">
                <a:solidFill>
                  <a:srgbClr val="5E6F89"/>
                </a:solidFill>
              </a:defRPr>
            </a:lvl1pPr>
            <a:lvl2pPr>
              <a:buNone/>
              <a:defRPr sz="1275" b="0">
                <a:solidFill>
                  <a:srgbClr val="5E6F89"/>
                </a:solidFill>
              </a:defRPr>
            </a:lvl2pPr>
            <a:lvl3pPr>
              <a:buNone/>
              <a:defRPr sz="1275" b="0">
                <a:solidFill>
                  <a:srgbClr val="5E6F89"/>
                </a:solidFill>
              </a:defRPr>
            </a:lvl3pPr>
            <a:lvl4pPr>
              <a:buNone/>
              <a:defRPr sz="1275" b="0">
                <a:solidFill>
                  <a:srgbClr val="5E6F89"/>
                </a:solidFill>
              </a:defRPr>
            </a:lvl4pPr>
            <a:lvl5pPr>
              <a:buNone/>
              <a:defRPr sz="1275" b="0">
                <a:solidFill>
                  <a:srgbClr val="5E6F89"/>
                </a:solidFill>
              </a:defRPr>
            </a:lvl5pPr>
            <a:lvl6pPr>
              <a:buNone/>
              <a:defRPr sz="1275" b="0">
                <a:solidFill>
                  <a:srgbClr val="5E6F89"/>
                </a:solidFill>
              </a:defRPr>
            </a:lvl6pPr>
            <a:lvl7pPr>
              <a:buNone/>
              <a:defRPr sz="1275" b="0">
                <a:solidFill>
                  <a:srgbClr val="5E6F89"/>
                </a:solidFill>
              </a:defRPr>
            </a:lvl7pPr>
            <a:lvl8pPr>
              <a:buNone/>
              <a:defRPr sz="1275" b="0">
                <a:solidFill>
                  <a:srgbClr val="5E6F89"/>
                </a:solidFill>
              </a:defRPr>
            </a:lvl8pPr>
            <a:lvl9pPr>
              <a:buNone/>
              <a:defRPr sz="127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Inspect ranked locator candidates and select one, several, or 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CB319-8754-499A-B9FD-B27F2048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2D6C3-759E-45FA-AC42-9A100A57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buNone/>
              <a:defRPr sz="1350" b="1">
                <a:solidFill>
                  <a:srgbClr val="FFFFFF"/>
                </a:solidFill>
              </a:defRPr>
            </a:lvl1pPr>
            <a:lvl2pPr>
              <a:buNone/>
              <a:defRPr sz="1350" b="1">
                <a:solidFill>
                  <a:srgbClr val="FFFFFF"/>
                </a:solidFill>
              </a:defRPr>
            </a:lvl2pPr>
            <a:lvl3pPr>
              <a:buNone/>
              <a:defRPr sz="1350" b="1">
                <a:solidFill>
                  <a:srgbClr val="FFFFFF"/>
                </a:solidFill>
              </a:defRPr>
            </a:lvl3pPr>
            <a:lvl4pPr>
              <a:buNone/>
              <a:defRPr sz="1350" b="1">
                <a:solidFill>
                  <a:srgbClr val="FFFFFF"/>
                </a:solidFill>
              </a:defRPr>
            </a:lvl4pPr>
            <a:lvl5pPr>
              <a:buNone/>
              <a:defRPr sz="1350" b="1">
                <a:solidFill>
                  <a:srgbClr val="FFFFFF"/>
                </a:solidFill>
              </a:defRPr>
            </a:lvl5pPr>
            <a:lvl6pPr>
              <a:buNone/>
              <a:defRPr sz="1350" b="1">
                <a:solidFill>
                  <a:srgbClr val="FFFFFF"/>
                </a:solidFill>
              </a:defRPr>
            </a:lvl6pPr>
            <a:lvl7pPr>
              <a:buNone/>
              <a:defRPr sz="1350" b="1">
                <a:solidFill>
                  <a:srgbClr val="FFFFFF"/>
                </a:solidFill>
              </a:defRPr>
            </a:lvl7pPr>
            <a:lvl8pPr>
              <a:buNone/>
              <a:defRPr sz="1350" b="1">
                <a:solidFill>
                  <a:srgbClr val="FFFFFF"/>
                </a:solidFill>
              </a:defRPr>
            </a:lvl8pPr>
            <a:lvl9pPr>
              <a:buNone/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E4B78-22DC-4E2F-9DAD-0FA4BC4D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052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4D"/>
                </a:solidFill>
              </a:defRPr>
            </a:defPPr>
            <a:lvl1pPr>
              <a:buNone/>
              <a:defRPr sz="1500" b="1">
                <a:solidFill>
                  <a:srgbClr val="172B4D"/>
                </a:solidFill>
              </a:defRPr>
            </a:lvl1pPr>
            <a:lvl2pPr>
              <a:buNone/>
              <a:defRPr sz="1500" b="1">
                <a:solidFill>
                  <a:srgbClr val="172B4D"/>
                </a:solidFill>
              </a:defRPr>
            </a:lvl2pPr>
            <a:lvl3pPr>
              <a:buNone/>
              <a:defRPr sz="1500" b="1">
                <a:solidFill>
                  <a:srgbClr val="172B4D"/>
                </a:solidFill>
              </a:defRPr>
            </a:lvl3pPr>
            <a:lvl4pPr>
              <a:buNone/>
              <a:defRPr sz="1500" b="1">
                <a:solidFill>
                  <a:srgbClr val="172B4D"/>
                </a:solidFill>
              </a:defRPr>
            </a:lvl4pPr>
            <a:lvl5pPr>
              <a:buNone/>
              <a:defRPr sz="1500" b="1">
                <a:solidFill>
                  <a:srgbClr val="172B4D"/>
                </a:solidFill>
              </a:defRPr>
            </a:lvl5pPr>
            <a:lvl6pPr>
              <a:buNone/>
              <a:defRPr sz="1500" b="1">
                <a:solidFill>
                  <a:srgbClr val="172B4D"/>
                </a:solidFill>
              </a:defRPr>
            </a:lvl6pPr>
            <a:lvl7pPr>
              <a:buNone/>
              <a:defRPr sz="1500" b="1">
                <a:solidFill>
                  <a:srgbClr val="172B4D"/>
                </a:solidFill>
              </a:defRPr>
            </a:lvl7pPr>
            <a:lvl8pPr>
              <a:buNone/>
              <a:defRPr sz="1500" b="1">
                <a:solidFill>
                  <a:srgbClr val="172B4D"/>
                </a:solidFill>
              </a:defRPr>
            </a:lvl8pPr>
            <a:lvl9pPr>
              <a:buNone/>
              <a:defRPr sz="15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Reuse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EA069-A35B-443A-840A-A95BCD83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052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E6F89"/>
                </a:solidFill>
              </a:defRPr>
            </a:defPPr>
            <a:lvl1pPr>
              <a:buNone/>
              <a:defRPr sz="1275" b="0">
                <a:solidFill>
                  <a:srgbClr val="5E6F89"/>
                </a:solidFill>
              </a:defRPr>
            </a:lvl1pPr>
            <a:lvl2pPr>
              <a:buNone/>
              <a:defRPr sz="1275" b="0">
                <a:solidFill>
                  <a:srgbClr val="5E6F89"/>
                </a:solidFill>
              </a:defRPr>
            </a:lvl2pPr>
            <a:lvl3pPr>
              <a:buNone/>
              <a:defRPr sz="1275" b="0">
                <a:solidFill>
                  <a:srgbClr val="5E6F89"/>
                </a:solidFill>
              </a:defRPr>
            </a:lvl3pPr>
            <a:lvl4pPr>
              <a:buNone/>
              <a:defRPr sz="1275" b="0">
                <a:solidFill>
                  <a:srgbClr val="5E6F89"/>
                </a:solidFill>
              </a:defRPr>
            </a:lvl4pPr>
            <a:lvl5pPr>
              <a:buNone/>
              <a:defRPr sz="1275" b="0">
                <a:solidFill>
                  <a:srgbClr val="5E6F89"/>
                </a:solidFill>
              </a:defRPr>
            </a:lvl5pPr>
            <a:lvl6pPr>
              <a:buNone/>
              <a:defRPr sz="1275" b="0">
                <a:solidFill>
                  <a:srgbClr val="5E6F89"/>
                </a:solidFill>
              </a:defRPr>
            </a:lvl6pPr>
            <a:lvl7pPr>
              <a:buNone/>
              <a:defRPr sz="1275" b="0">
                <a:solidFill>
                  <a:srgbClr val="5E6F89"/>
                </a:solidFill>
              </a:defRPr>
            </a:lvl7pPr>
            <a:lvl8pPr>
              <a:buNone/>
              <a:defRPr sz="1275" b="0">
                <a:solidFill>
                  <a:srgbClr val="5E6F89"/>
                </a:solidFill>
              </a:defRPr>
            </a:lvl8pPr>
            <a:lvl9pPr>
              <a:buNone/>
              <a:defRPr sz="127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Build Page Objects and give each locator a useful variable name.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D646D-AC75-412E-96B9-775071E7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B3A7C-D9AF-474A-86FE-071354E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buNone/>
              <a:defRPr sz="1350" b="1">
                <a:solidFill>
                  <a:srgbClr val="FFFFFF"/>
                </a:solidFill>
              </a:defRPr>
            </a:lvl1pPr>
            <a:lvl2pPr>
              <a:buNone/>
              <a:defRPr sz="1350" b="1">
                <a:solidFill>
                  <a:srgbClr val="FFFFFF"/>
                </a:solidFill>
              </a:defRPr>
            </a:lvl2pPr>
            <a:lvl3pPr>
              <a:buNone/>
              <a:defRPr sz="1350" b="1">
                <a:solidFill>
                  <a:srgbClr val="FFFFFF"/>
                </a:solidFill>
              </a:defRPr>
            </a:lvl3pPr>
            <a:lvl4pPr>
              <a:buNone/>
              <a:defRPr sz="1350" b="1">
                <a:solidFill>
                  <a:srgbClr val="FFFFFF"/>
                </a:solidFill>
              </a:defRPr>
            </a:lvl4pPr>
            <a:lvl5pPr>
              <a:buNone/>
              <a:defRPr sz="1350" b="1">
                <a:solidFill>
                  <a:srgbClr val="FFFFFF"/>
                </a:solidFill>
              </a:defRPr>
            </a:lvl5pPr>
            <a:lvl6pPr>
              <a:buNone/>
              <a:defRPr sz="1350" b="1">
                <a:solidFill>
                  <a:srgbClr val="FFFFFF"/>
                </a:solidFill>
              </a:defRPr>
            </a:lvl6pPr>
            <a:lvl7pPr>
              <a:buNone/>
              <a:defRPr sz="1350" b="1">
                <a:solidFill>
                  <a:srgbClr val="FFFFFF"/>
                </a:solidFill>
              </a:defRPr>
            </a:lvl7pPr>
            <a:lvl8pPr>
              <a:buNone/>
              <a:defRPr sz="1350" b="1">
                <a:solidFill>
                  <a:srgbClr val="FFFFFF"/>
                </a:solidFill>
              </a:defRPr>
            </a:lvl8pPr>
            <a:lvl9pPr>
              <a:buNone/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62E87-F486-4430-AC73-518C8672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481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4D"/>
                </a:solidFill>
              </a:defRPr>
            </a:defPPr>
            <a:lvl1pPr>
              <a:buNone/>
              <a:defRPr sz="1500" b="1">
                <a:solidFill>
                  <a:srgbClr val="172B4D"/>
                </a:solidFill>
              </a:defRPr>
            </a:lvl1pPr>
            <a:lvl2pPr>
              <a:buNone/>
              <a:defRPr sz="1500" b="1">
                <a:solidFill>
                  <a:srgbClr val="172B4D"/>
                </a:solidFill>
              </a:defRPr>
            </a:lvl2pPr>
            <a:lvl3pPr>
              <a:buNone/>
              <a:defRPr sz="1500" b="1">
                <a:solidFill>
                  <a:srgbClr val="172B4D"/>
                </a:solidFill>
              </a:defRPr>
            </a:lvl3pPr>
            <a:lvl4pPr>
              <a:buNone/>
              <a:defRPr sz="1500" b="1">
                <a:solidFill>
                  <a:srgbClr val="172B4D"/>
                </a:solidFill>
              </a:defRPr>
            </a:lvl4pPr>
            <a:lvl5pPr>
              <a:buNone/>
              <a:defRPr sz="1500" b="1">
                <a:solidFill>
                  <a:srgbClr val="172B4D"/>
                </a:solidFill>
              </a:defRPr>
            </a:lvl5pPr>
            <a:lvl6pPr>
              <a:buNone/>
              <a:defRPr sz="1500" b="1">
                <a:solidFill>
                  <a:srgbClr val="172B4D"/>
                </a:solidFill>
              </a:defRPr>
            </a:lvl6pPr>
            <a:lvl7pPr>
              <a:buNone/>
              <a:defRPr sz="1500" b="1">
                <a:solidFill>
                  <a:srgbClr val="172B4D"/>
                </a:solidFill>
              </a:defRPr>
            </a:lvl7pPr>
            <a:lvl8pPr>
              <a:buNone/>
              <a:defRPr sz="1500" b="1">
                <a:solidFill>
                  <a:srgbClr val="172B4D"/>
                </a:solidFill>
              </a:defRPr>
            </a:lvl8pPr>
            <a:lvl9pPr>
              <a:buNone/>
              <a:defRPr sz="15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363E1-BA75-4CBE-88F8-467FB1BA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481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E6F89"/>
                </a:solidFill>
              </a:defRPr>
            </a:defPPr>
            <a:lvl1pPr>
              <a:buNone/>
              <a:defRPr sz="1275" b="0">
                <a:solidFill>
                  <a:srgbClr val="5E6F89"/>
                </a:solidFill>
              </a:defRPr>
            </a:lvl1pPr>
            <a:lvl2pPr>
              <a:buNone/>
              <a:defRPr sz="1275" b="0">
                <a:solidFill>
                  <a:srgbClr val="5E6F89"/>
                </a:solidFill>
              </a:defRPr>
            </a:lvl2pPr>
            <a:lvl3pPr>
              <a:buNone/>
              <a:defRPr sz="1275" b="0">
                <a:solidFill>
                  <a:srgbClr val="5E6F89"/>
                </a:solidFill>
              </a:defRPr>
            </a:lvl3pPr>
            <a:lvl4pPr>
              <a:buNone/>
              <a:defRPr sz="1275" b="0">
                <a:solidFill>
                  <a:srgbClr val="5E6F89"/>
                </a:solidFill>
              </a:defRPr>
            </a:lvl4pPr>
            <a:lvl5pPr>
              <a:buNone/>
              <a:defRPr sz="1275" b="0">
                <a:solidFill>
                  <a:srgbClr val="5E6F89"/>
                </a:solidFill>
              </a:defRPr>
            </a:lvl5pPr>
            <a:lvl6pPr>
              <a:buNone/>
              <a:defRPr sz="1275" b="0">
                <a:solidFill>
                  <a:srgbClr val="5E6F89"/>
                </a:solidFill>
              </a:defRPr>
            </a:lvl6pPr>
            <a:lvl7pPr>
              <a:buNone/>
              <a:defRPr sz="1275" b="0">
                <a:solidFill>
                  <a:srgbClr val="5E6F89"/>
                </a:solidFill>
              </a:defRPr>
            </a:lvl7pPr>
            <a:lvl8pPr>
              <a:buNone/>
              <a:defRPr sz="1275" b="0">
                <a:solidFill>
                  <a:srgbClr val="5E6F89"/>
                </a:solidFill>
              </a:defRPr>
            </a:lvl8pPr>
            <a:lvl9pPr>
              <a:buNone/>
              <a:defRPr sz="127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Run Health Audit and live tests against the page when available.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70F86-D0C5-490F-970B-952417D8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459F1-7D2A-4A9C-AD31-869434A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buNone/>
              <a:defRPr sz="1350" b="1">
                <a:solidFill>
                  <a:srgbClr val="FFFFFF"/>
                </a:solidFill>
              </a:defRPr>
            </a:lvl1pPr>
            <a:lvl2pPr>
              <a:buNone/>
              <a:defRPr sz="1350" b="1">
                <a:solidFill>
                  <a:srgbClr val="FFFFFF"/>
                </a:solidFill>
              </a:defRPr>
            </a:lvl2pPr>
            <a:lvl3pPr>
              <a:buNone/>
              <a:defRPr sz="1350" b="1">
                <a:solidFill>
                  <a:srgbClr val="FFFFFF"/>
                </a:solidFill>
              </a:defRPr>
            </a:lvl3pPr>
            <a:lvl4pPr>
              <a:buNone/>
              <a:defRPr sz="1350" b="1">
                <a:solidFill>
                  <a:srgbClr val="FFFFFF"/>
                </a:solidFill>
              </a:defRPr>
            </a:lvl4pPr>
            <a:lvl5pPr>
              <a:buNone/>
              <a:defRPr sz="1350" b="1">
                <a:solidFill>
                  <a:srgbClr val="FFFFFF"/>
                </a:solidFill>
              </a:defRPr>
            </a:lvl5pPr>
            <a:lvl6pPr>
              <a:buNone/>
              <a:defRPr sz="1350" b="1">
                <a:solidFill>
                  <a:srgbClr val="FFFFFF"/>
                </a:solidFill>
              </a:defRPr>
            </a:lvl6pPr>
            <a:lvl7pPr>
              <a:buNone/>
              <a:defRPr sz="1350" b="1">
                <a:solidFill>
                  <a:srgbClr val="FFFFFF"/>
                </a:solidFill>
              </a:defRPr>
            </a:lvl7pPr>
            <a:lvl8pPr>
              <a:buNone/>
              <a:defRPr sz="1350" b="1">
                <a:solidFill>
                  <a:srgbClr val="FFFFFF"/>
                </a:solidFill>
              </a:defRPr>
            </a:lvl8pPr>
            <a:lvl9pPr>
              <a:buNone/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7E9D4-6481-4C99-9A37-A543C590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2B4D"/>
                </a:solidFill>
              </a:defRPr>
            </a:defPPr>
            <a:lvl1pPr>
              <a:buNone/>
              <a:defRPr sz="1500" b="1">
                <a:solidFill>
                  <a:srgbClr val="172B4D"/>
                </a:solidFill>
              </a:defRPr>
            </a:lvl1pPr>
            <a:lvl2pPr>
              <a:buNone/>
              <a:defRPr sz="1500" b="1">
                <a:solidFill>
                  <a:srgbClr val="172B4D"/>
                </a:solidFill>
              </a:defRPr>
            </a:lvl2pPr>
            <a:lvl3pPr>
              <a:buNone/>
              <a:defRPr sz="1500" b="1">
                <a:solidFill>
                  <a:srgbClr val="172B4D"/>
                </a:solidFill>
              </a:defRPr>
            </a:lvl3pPr>
            <a:lvl4pPr>
              <a:buNone/>
              <a:defRPr sz="1500" b="1">
                <a:solidFill>
                  <a:srgbClr val="172B4D"/>
                </a:solidFill>
              </a:defRPr>
            </a:lvl4pPr>
            <a:lvl5pPr>
              <a:buNone/>
              <a:defRPr sz="1500" b="1">
                <a:solidFill>
                  <a:srgbClr val="172B4D"/>
                </a:solidFill>
              </a:defRPr>
            </a:lvl5pPr>
            <a:lvl6pPr>
              <a:buNone/>
              <a:defRPr sz="1500" b="1">
                <a:solidFill>
                  <a:srgbClr val="172B4D"/>
                </a:solidFill>
              </a:defRPr>
            </a:lvl6pPr>
            <a:lvl7pPr>
              <a:buNone/>
              <a:defRPr sz="1500" b="1">
                <a:solidFill>
                  <a:srgbClr val="172B4D"/>
                </a:solidFill>
              </a:defRPr>
            </a:lvl7pPr>
            <a:lvl8pPr>
              <a:buNone/>
              <a:defRPr sz="1500" b="1">
                <a:solidFill>
                  <a:srgbClr val="172B4D"/>
                </a:solidFill>
              </a:defRPr>
            </a:lvl8pPr>
            <a:lvl9pPr>
              <a:buNone/>
              <a:defRPr sz="15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Export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52F25-BEBC-4EB0-B297-C9480515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E6F89"/>
                </a:solidFill>
              </a:defRPr>
            </a:defPPr>
            <a:lvl1pPr>
              <a:buNone/>
              <a:defRPr sz="1275" b="0">
                <a:solidFill>
                  <a:srgbClr val="5E6F89"/>
                </a:solidFill>
              </a:defRPr>
            </a:lvl1pPr>
            <a:lvl2pPr>
              <a:buNone/>
              <a:defRPr sz="1275" b="0">
                <a:solidFill>
                  <a:srgbClr val="5E6F89"/>
                </a:solidFill>
              </a:defRPr>
            </a:lvl2pPr>
            <a:lvl3pPr>
              <a:buNone/>
              <a:defRPr sz="1275" b="0">
                <a:solidFill>
                  <a:srgbClr val="5E6F89"/>
                </a:solidFill>
              </a:defRPr>
            </a:lvl3pPr>
            <a:lvl4pPr>
              <a:buNone/>
              <a:defRPr sz="1275" b="0">
                <a:solidFill>
                  <a:srgbClr val="5E6F89"/>
                </a:solidFill>
              </a:defRPr>
            </a:lvl4pPr>
            <a:lvl5pPr>
              <a:buNone/>
              <a:defRPr sz="1275" b="0">
                <a:solidFill>
                  <a:srgbClr val="5E6F89"/>
                </a:solidFill>
              </a:defRPr>
            </a:lvl5pPr>
            <a:lvl6pPr>
              <a:buNone/>
              <a:defRPr sz="1275" b="0">
                <a:solidFill>
                  <a:srgbClr val="5E6F89"/>
                </a:solidFill>
              </a:defRPr>
            </a:lvl6pPr>
            <a:lvl7pPr>
              <a:buNone/>
              <a:defRPr sz="1275" b="0">
                <a:solidFill>
                  <a:srgbClr val="5E6F89"/>
                </a:solidFill>
              </a:defRPr>
            </a:lvl7pPr>
            <a:lvl8pPr>
              <a:buNone/>
              <a:defRPr sz="1275" b="0">
                <a:solidFill>
                  <a:srgbClr val="5E6F89"/>
                </a:solidFill>
              </a:defRPr>
            </a:lvl8pPr>
            <a:lvl9pPr>
              <a:buNone/>
              <a:defRPr sz="127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E6F89"/>
                </a:solidFill>
              </a:defRPr>
            </a:pPr>
            <a:r>
              <a:rPr sz="1275" b="0">
                <a:solidFill>
                  <a:srgbClr val="5E6F89"/>
                </a:solidFill>
              </a:rPr>
              <a:t>Export the selected locator data to CSV or formatted Excel.</a:t>
            </a:r>
          </a:p>
        </p:txBody>
      </p:sp>
    </p:spTree>
    <p:extLst>
      <p:ext uri="{BB962C8B-B14F-4D97-AF65-F5344CB8AC3E}">
        <p14:creationId xmlns:p14="http://schemas.microsoft.com/office/powerpoint/2010/main" val="1581236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9D05B-211C-447B-B1E7-EFA65A8A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3AB5D-C579-42F8-85A8-0F7C750A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563EB"/>
                </a:solidFill>
              </a:defRPr>
            </a:defPPr>
            <a:lvl1pPr>
              <a:buNone/>
              <a:defRPr sz="975" b="1">
                <a:solidFill>
                  <a:srgbClr val="2563EB"/>
                </a:solidFill>
              </a:defRPr>
            </a:lvl1pPr>
            <a:lvl2pPr>
              <a:buNone/>
              <a:defRPr sz="975" b="1">
                <a:solidFill>
                  <a:srgbClr val="2563EB"/>
                </a:solidFill>
              </a:defRPr>
            </a:lvl2pPr>
            <a:lvl3pPr>
              <a:buNone/>
              <a:defRPr sz="975" b="1">
                <a:solidFill>
                  <a:srgbClr val="2563EB"/>
                </a:solidFill>
              </a:defRPr>
            </a:lvl3pPr>
            <a:lvl4pPr>
              <a:buNone/>
              <a:defRPr sz="975" b="1">
                <a:solidFill>
                  <a:srgbClr val="2563EB"/>
                </a:solidFill>
              </a:defRPr>
            </a:lvl4pPr>
            <a:lvl5pPr>
              <a:buNone/>
              <a:defRPr sz="975" b="1">
                <a:solidFill>
                  <a:srgbClr val="2563EB"/>
                </a:solidFill>
              </a:defRPr>
            </a:lvl5pPr>
            <a:lvl6pPr>
              <a:buNone/>
              <a:defRPr sz="975" b="1">
                <a:solidFill>
                  <a:srgbClr val="2563EB"/>
                </a:solidFill>
              </a:defRPr>
            </a:lvl6pPr>
            <a:lvl7pPr>
              <a:buNone/>
              <a:defRPr sz="975" b="1">
                <a:solidFill>
                  <a:srgbClr val="2563EB"/>
                </a:solidFill>
              </a:defRPr>
            </a:lvl7pPr>
            <a:lvl8pPr>
              <a:buNone/>
              <a:defRPr sz="975" b="1">
                <a:solidFill>
                  <a:srgbClr val="2563EB"/>
                </a:solidFill>
              </a:defRPr>
            </a:lvl8pPr>
            <a:lvl9pPr>
              <a:buNone/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LOCATOR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8348D-99C4-4CEA-A4B4-F942B52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4D"/>
                </a:solidFill>
              </a:defRPr>
            </a:defPPr>
            <a:lvl1pPr>
              <a:buNone/>
              <a:defRPr sz="2550" b="1">
                <a:solidFill>
                  <a:srgbClr val="172B4D"/>
                </a:solidFill>
              </a:defRPr>
            </a:lvl1pPr>
            <a:lvl2pPr>
              <a:buNone/>
              <a:defRPr sz="2550" b="1">
                <a:solidFill>
                  <a:srgbClr val="172B4D"/>
                </a:solidFill>
              </a:defRPr>
            </a:lvl2pPr>
            <a:lvl3pPr>
              <a:buNone/>
              <a:defRPr sz="2550" b="1">
                <a:solidFill>
                  <a:srgbClr val="172B4D"/>
                </a:solidFill>
              </a:defRPr>
            </a:lvl3pPr>
            <a:lvl4pPr>
              <a:buNone/>
              <a:defRPr sz="2550" b="1">
                <a:solidFill>
                  <a:srgbClr val="172B4D"/>
                </a:solidFill>
              </a:defRPr>
            </a:lvl4pPr>
            <a:lvl5pPr>
              <a:buNone/>
              <a:defRPr sz="2550" b="1">
                <a:solidFill>
                  <a:srgbClr val="172B4D"/>
                </a:solidFill>
              </a:defRPr>
            </a:lvl5pPr>
            <a:lvl6pPr>
              <a:buNone/>
              <a:defRPr sz="2550" b="1">
                <a:solidFill>
                  <a:srgbClr val="172B4D"/>
                </a:solidFill>
              </a:defRPr>
            </a:lvl6pPr>
            <a:lvl7pPr>
              <a:buNone/>
              <a:defRPr sz="2550" b="1">
                <a:solidFill>
                  <a:srgbClr val="172B4D"/>
                </a:solidFill>
              </a:defRPr>
            </a:lvl7pPr>
            <a:lvl8pPr>
              <a:buNone/>
              <a:defRPr sz="2550" b="1">
                <a:solidFill>
                  <a:srgbClr val="172B4D"/>
                </a:solidFill>
              </a:defRPr>
            </a:lvl8pPr>
            <a:lvl9pPr>
              <a:buNone/>
              <a:defRPr sz="25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Capture and review locators in Element Picker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F119C-4AE8-4DFB-B5C7-68598EB2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90C34-75ED-414B-802E-2C4909D8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E6F89"/>
                </a:solidFill>
              </a:defRPr>
            </a:defPPr>
            <a:lvl1pPr>
              <a:buNone/>
              <a:defRPr sz="825" b="0">
                <a:solidFill>
                  <a:srgbClr val="5E6F89"/>
                </a:solidFill>
              </a:defRPr>
            </a:lvl1pPr>
            <a:lvl2pPr>
              <a:buNone/>
              <a:defRPr sz="825" b="0">
                <a:solidFill>
                  <a:srgbClr val="5E6F89"/>
                </a:solidFill>
              </a:defRPr>
            </a:lvl2pPr>
            <a:lvl3pPr>
              <a:buNone/>
              <a:defRPr sz="825" b="0">
                <a:solidFill>
                  <a:srgbClr val="5E6F89"/>
                </a:solidFill>
              </a:defRPr>
            </a:lvl3pPr>
            <a:lvl4pPr>
              <a:buNone/>
              <a:defRPr sz="825" b="0">
                <a:solidFill>
                  <a:srgbClr val="5E6F89"/>
                </a:solidFill>
              </a:defRPr>
            </a:lvl4pPr>
            <a:lvl5pPr>
              <a:buNone/>
              <a:defRPr sz="825" b="0">
                <a:solidFill>
                  <a:srgbClr val="5E6F89"/>
                </a:solidFill>
              </a:defRPr>
            </a:lvl5pPr>
            <a:lvl6pPr>
              <a:buNone/>
              <a:defRPr sz="825" b="0">
                <a:solidFill>
                  <a:srgbClr val="5E6F89"/>
                </a:solidFill>
              </a:defRPr>
            </a:lvl6pPr>
            <a:lvl7pPr>
              <a:buNone/>
              <a:defRPr sz="825" b="0">
                <a:solidFill>
                  <a:srgbClr val="5E6F89"/>
                </a:solidFill>
              </a:defRPr>
            </a:lvl7pPr>
            <a:lvl8pPr>
              <a:buNone/>
              <a:defRPr sz="825" b="0">
                <a:solidFill>
                  <a:srgbClr val="5E6F89"/>
                </a:solidFill>
              </a:defRPr>
            </a:lvl8pPr>
            <a:lvl9pPr>
              <a:buNone/>
              <a:defRPr sz="82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5E6F89"/>
                </a:solidFill>
              </a:defRPr>
            </a:pPr>
            <a:r>
              <a:rPr sz="825" b="0">
                <a:solidFill>
                  <a:srgbClr val="5E6F89"/>
                </a:solidFill>
              </a:rPr>
              <a:t>Locator Generator  •  CSS and XPath automation toolkit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E1FF8-4101-4902-80E1-1F30F12D2B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9e74c65d44602"/>
          <a:srcRect xmlns:a="http://schemas.openxmlformats.org/drawingml/2006/main" l="6133" t="0" r="6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76375"/>
            <a:ext cx="6858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2DBBC-80C9-428A-ADD9-BF422B1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B4D"/>
                </a:solidFill>
              </a:defRPr>
            </a:defPPr>
            <a:lvl1pPr>
              <a:buNone/>
              <a:defRPr sz="1800" b="1">
                <a:solidFill>
                  <a:srgbClr val="172B4D"/>
                </a:solidFill>
              </a:defRPr>
            </a:lvl1pPr>
            <a:lvl2pPr>
              <a:buNone/>
              <a:defRPr sz="1800" b="1">
                <a:solidFill>
                  <a:srgbClr val="172B4D"/>
                </a:solidFill>
              </a:defRPr>
            </a:lvl2pPr>
            <a:lvl3pPr>
              <a:buNone/>
              <a:defRPr sz="1800" b="1">
                <a:solidFill>
                  <a:srgbClr val="172B4D"/>
                </a:solidFill>
              </a:defRPr>
            </a:lvl3pPr>
            <a:lvl4pPr>
              <a:buNone/>
              <a:defRPr sz="1800" b="1">
                <a:solidFill>
                  <a:srgbClr val="172B4D"/>
                </a:solidFill>
              </a:defRPr>
            </a:lvl4pPr>
            <a:lvl5pPr>
              <a:buNone/>
              <a:defRPr sz="1800" b="1">
                <a:solidFill>
                  <a:srgbClr val="172B4D"/>
                </a:solidFill>
              </a:defRPr>
            </a:lvl5pPr>
            <a:lvl6pPr>
              <a:buNone/>
              <a:defRPr sz="1800" b="1">
                <a:solidFill>
                  <a:srgbClr val="172B4D"/>
                </a:solidFill>
              </a:defRPr>
            </a:lvl6pPr>
            <a:lvl7pPr>
              <a:buNone/>
              <a:defRPr sz="1800" b="1">
                <a:solidFill>
                  <a:srgbClr val="172B4D"/>
                </a:solidFill>
              </a:defRPr>
            </a:lvl7pPr>
            <a:lvl8pPr>
              <a:buNone/>
              <a:defRPr sz="1800" b="1">
                <a:solidFill>
                  <a:srgbClr val="172B4D"/>
                </a:solidFill>
              </a:defRPr>
            </a:lvl8pPr>
            <a:lvl9pPr>
              <a:buNone/>
              <a:defRPr sz="18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Candidate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7DCE4-0C0A-473D-A551-5CD45F9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6E121-B534-4A60-BC54-2B236A1B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2B4D"/>
                </a:solidFill>
              </a:defRPr>
            </a:defPPr>
            <a:lvl1pPr>
              <a:buNone/>
              <a:defRPr sz="1275" b="0">
                <a:solidFill>
                  <a:srgbClr val="172B4D"/>
                </a:solidFill>
              </a:defRPr>
            </a:lvl1pPr>
            <a:lvl2pPr>
              <a:buNone/>
              <a:defRPr sz="1275" b="0">
                <a:solidFill>
                  <a:srgbClr val="172B4D"/>
                </a:solidFill>
              </a:defRPr>
            </a:lvl2pPr>
            <a:lvl3pPr>
              <a:buNone/>
              <a:defRPr sz="1275" b="0">
                <a:solidFill>
                  <a:srgbClr val="172B4D"/>
                </a:solidFill>
              </a:defRPr>
            </a:lvl3pPr>
            <a:lvl4pPr>
              <a:buNone/>
              <a:defRPr sz="1275" b="0">
                <a:solidFill>
                  <a:srgbClr val="172B4D"/>
                </a:solidFill>
              </a:defRPr>
            </a:lvl4pPr>
            <a:lvl5pPr>
              <a:buNone/>
              <a:defRPr sz="1275" b="0">
                <a:solidFill>
                  <a:srgbClr val="172B4D"/>
                </a:solidFill>
              </a:defRPr>
            </a:lvl5pPr>
            <a:lvl6pPr>
              <a:buNone/>
              <a:defRPr sz="1275" b="0">
                <a:solidFill>
                  <a:srgbClr val="172B4D"/>
                </a:solidFill>
              </a:defRPr>
            </a:lvl6pPr>
            <a:lvl7pPr>
              <a:buNone/>
              <a:defRPr sz="1275" b="0">
                <a:solidFill>
                  <a:srgbClr val="172B4D"/>
                </a:solidFill>
              </a:defRPr>
            </a:lvl7pPr>
            <a:lvl8pPr>
              <a:buNone/>
              <a:defRPr sz="1275" b="0">
                <a:solidFill>
                  <a:srgbClr val="172B4D"/>
                </a:solidFill>
              </a:defRPr>
            </a:lvl8pPr>
            <a:lvl9pPr>
              <a:buNone/>
              <a:defRPr sz="12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Inspect selector type, strategy, score, stability, and match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28D79-71AA-4AEF-BD4E-5D8DE0B3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43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8ADA7-D823-4016-AE26-DAC6D4EA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860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2B4D"/>
                </a:solidFill>
              </a:defRPr>
            </a:defPPr>
            <a:lvl1pPr>
              <a:buNone/>
              <a:defRPr sz="1275" b="0">
                <a:solidFill>
                  <a:srgbClr val="172B4D"/>
                </a:solidFill>
              </a:defRPr>
            </a:lvl1pPr>
            <a:lvl2pPr>
              <a:buNone/>
              <a:defRPr sz="1275" b="0">
                <a:solidFill>
                  <a:srgbClr val="172B4D"/>
                </a:solidFill>
              </a:defRPr>
            </a:lvl2pPr>
            <a:lvl3pPr>
              <a:buNone/>
              <a:defRPr sz="1275" b="0">
                <a:solidFill>
                  <a:srgbClr val="172B4D"/>
                </a:solidFill>
              </a:defRPr>
            </a:lvl3pPr>
            <a:lvl4pPr>
              <a:buNone/>
              <a:defRPr sz="1275" b="0">
                <a:solidFill>
                  <a:srgbClr val="172B4D"/>
                </a:solidFill>
              </a:defRPr>
            </a:lvl4pPr>
            <a:lvl5pPr>
              <a:buNone/>
              <a:defRPr sz="1275" b="0">
                <a:solidFill>
                  <a:srgbClr val="172B4D"/>
                </a:solidFill>
              </a:defRPr>
            </a:lvl5pPr>
            <a:lvl6pPr>
              <a:buNone/>
              <a:defRPr sz="1275" b="0">
                <a:solidFill>
                  <a:srgbClr val="172B4D"/>
                </a:solidFill>
              </a:defRPr>
            </a:lvl6pPr>
            <a:lvl7pPr>
              <a:buNone/>
              <a:defRPr sz="1275" b="0">
                <a:solidFill>
                  <a:srgbClr val="172B4D"/>
                </a:solidFill>
              </a:defRPr>
            </a:lvl7pPr>
            <a:lvl8pPr>
              <a:buNone/>
              <a:defRPr sz="1275" b="0">
                <a:solidFill>
                  <a:srgbClr val="172B4D"/>
                </a:solidFill>
              </a:defRPr>
            </a:lvl8pPr>
            <a:lvl9pPr>
              <a:buNone/>
              <a:defRPr sz="12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Choose individual candidates or select all generated locators.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6FC0B-14F4-4ABF-B7B7-B4DD6B2C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4EBBE-13E5-48C3-A690-E21CCEC4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2B4D"/>
                </a:solidFill>
              </a:defRPr>
            </a:defPPr>
            <a:lvl1pPr>
              <a:buNone/>
              <a:defRPr sz="1275" b="0">
                <a:solidFill>
                  <a:srgbClr val="172B4D"/>
                </a:solidFill>
              </a:defRPr>
            </a:lvl1pPr>
            <a:lvl2pPr>
              <a:buNone/>
              <a:defRPr sz="1275" b="0">
                <a:solidFill>
                  <a:srgbClr val="172B4D"/>
                </a:solidFill>
              </a:defRPr>
            </a:lvl2pPr>
            <a:lvl3pPr>
              <a:buNone/>
              <a:defRPr sz="1275" b="0">
                <a:solidFill>
                  <a:srgbClr val="172B4D"/>
                </a:solidFill>
              </a:defRPr>
            </a:lvl3pPr>
            <a:lvl4pPr>
              <a:buNone/>
              <a:defRPr sz="1275" b="0">
                <a:solidFill>
                  <a:srgbClr val="172B4D"/>
                </a:solidFill>
              </a:defRPr>
            </a:lvl4pPr>
            <a:lvl5pPr>
              <a:buNone/>
              <a:defRPr sz="1275" b="0">
                <a:solidFill>
                  <a:srgbClr val="172B4D"/>
                </a:solidFill>
              </a:defRPr>
            </a:lvl5pPr>
            <a:lvl6pPr>
              <a:buNone/>
              <a:defRPr sz="1275" b="0">
                <a:solidFill>
                  <a:srgbClr val="172B4D"/>
                </a:solidFill>
              </a:defRPr>
            </a:lvl6pPr>
            <a:lvl7pPr>
              <a:buNone/>
              <a:defRPr sz="1275" b="0">
                <a:solidFill>
                  <a:srgbClr val="172B4D"/>
                </a:solidFill>
              </a:defRPr>
            </a:lvl7pPr>
            <a:lvl8pPr>
              <a:buNone/>
              <a:defRPr sz="1275" b="0">
                <a:solidFill>
                  <a:srgbClr val="172B4D"/>
                </a:solidFill>
              </a:defRPr>
            </a:lvl8pPr>
            <a:lvl9pPr>
              <a:buNone/>
              <a:defRPr sz="12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Preview framework bindings and exclude unwanted locator patterns.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E98A0-71A4-41E7-9CC9-133B03D6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80900-F90C-44A6-8C51-C1B3B708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7672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2B4D"/>
                </a:solidFill>
              </a:defRPr>
            </a:defPPr>
            <a:lvl1pPr>
              <a:buNone/>
              <a:defRPr sz="1275" b="0">
                <a:solidFill>
                  <a:srgbClr val="172B4D"/>
                </a:solidFill>
              </a:defRPr>
            </a:lvl1pPr>
            <a:lvl2pPr>
              <a:buNone/>
              <a:defRPr sz="1275" b="0">
                <a:solidFill>
                  <a:srgbClr val="172B4D"/>
                </a:solidFill>
              </a:defRPr>
            </a:lvl2pPr>
            <a:lvl3pPr>
              <a:buNone/>
              <a:defRPr sz="1275" b="0">
                <a:solidFill>
                  <a:srgbClr val="172B4D"/>
                </a:solidFill>
              </a:defRPr>
            </a:lvl3pPr>
            <a:lvl4pPr>
              <a:buNone/>
              <a:defRPr sz="1275" b="0">
                <a:solidFill>
                  <a:srgbClr val="172B4D"/>
                </a:solidFill>
              </a:defRPr>
            </a:lvl4pPr>
            <a:lvl5pPr>
              <a:buNone/>
              <a:defRPr sz="1275" b="0">
                <a:solidFill>
                  <a:srgbClr val="172B4D"/>
                </a:solidFill>
              </a:defRPr>
            </a:lvl5pPr>
            <a:lvl6pPr>
              <a:buNone/>
              <a:defRPr sz="1275" b="0">
                <a:solidFill>
                  <a:srgbClr val="172B4D"/>
                </a:solidFill>
              </a:defRPr>
            </a:lvl6pPr>
            <a:lvl7pPr>
              <a:buNone/>
              <a:defRPr sz="1275" b="0">
                <a:solidFill>
                  <a:srgbClr val="172B4D"/>
                </a:solidFill>
              </a:defRPr>
            </a:lvl7pPr>
            <a:lvl8pPr>
              <a:buNone/>
              <a:defRPr sz="1275" b="0">
                <a:solidFill>
                  <a:srgbClr val="172B4D"/>
                </a:solidFill>
              </a:defRPr>
            </a:lvl8pPr>
            <a:lvl9pPr>
              <a:buNone/>
              <a:defRPr sz="12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Copy, test, audit, add to Page Objects, or export selected locators.</a:t>
            </a:r>
          </a:p>
        </p:txBody>
      </p:sp>
    </p:spTree>
    <p:extLst>
      <p:ext uri="{BB962C8B-B14F-4D97-AF65-F5344CB8AC3E}">
        <p14:creationId xmlns:p14="http://schemas.microsoft.com/office/powerpoint/2010/main" val="122980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F1568-A939-4812-8946-CBC9A870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88D11-9BE6-47DC-B28C-EC9E7AA9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563EB"/>
                </a:solidFill>
              </a:defRPr>
            </a:defPPr>
            <a:lvl1pPr>
              <a:buNone/>
              <a:defRPr sz="975" b="1">
                <a:solidFill>
                  <a:srgbClr val="2563EB"/>
                </a:solidFill>
              </a:defRPr>
            </a:lvl1pPr>
            <a:lvl2pPr>
              <a:buNone/>
              <a:defRPr sz="975" b="1">
                <a:solidFill>
                  <a:srgbClr val="2563EB"/>
                </a:solidFill>
              </a:defRPr>
            </a:lvl2pPr>
            <a:lvl3pPr>
              <a:buNone/>
              <a:defRPr sz="975" b="1">
                <a:solidFill>
                  <a:srgbClr val="2563EB"/>
                </a:solidFill>
              </a:defRPr>
            </a:lvl3pPr>
            <a:lvl4pPr>
              <a:buNone/>
              <a:defRPr sz="975" b="1">
                <a:solidFill>
                  <a:srgbClr val="2563EB"/>
                </a:solidFill>
              </a:defRPr>
            </a:lvl4pPr>
            <a:lvl5pPr>
              <a:buNone/>
              <a:defRPr sz="975" b="1">
                <a:solidFill>
                  <a:srgbClr val="2563EB"/>
                </a:solidFill>
              </a:defRPr>
            </a:lvl5pPr>
            <a:lvl6pPr>
              <a:buNone/>
              <a:defRPr sz="975" b="1">
                <a:solidFill>
                  <a:srgbClr val="2563EB"/>
                </a:solidFill>
              </a:defRPr>
            </a:lvl6pPr>
            <a:lvl7pPr>
              <a:buNone/>
              <a:defRPr sz="975" b="1">
                <a:solidFill>
                  <a:srgbClr val="2563EB"/>
                </a:solidFill>
              </a:defRPr>
            </a:lvl7pPr>
            <a:lvl8pPr>
              <a:buNone/>
              <a:defRPr sz="975" b="1">
                <a:solidFill>
                  <a:srgbClr val="2563EB"/>
                </a:solidFill>
              </a:defRPr>
            </a:lvl8pPr>
            <a:lvl9pPr>
              <a:buNone/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PAGE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CDF28-74E7-4073-BF48-51EB79D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4D"/>
                </a:solidFill>
              </a:defRPr>
            </a:defPPr>
            <a:lvl1pPr>
              <a:buNone/>
              <a:defRPr sz="2550" b="1">
                <a:solidFill>
                  <a:srgbClr val="172B4D"/>
                </a:solidFill>
              </a:defRPr>
            </a:lvl1pPr>
            <a:lvl2pPr>
              <a:buNone/>
              <a:defRPr sz="2550" b="1">
                <a:solidFill>
                  <a:srgbClr val="172B4D"/>
                </a:solidFill>
              </a:defRPr>
            </a:lvl2pPr>
            <a:lvl3pPr>
              <a:buNone/>
              <a:defRPr sz="2550" b="1">
                <a:solidFill>
                  <a:srgbClr val="172B4D"/>
                </a:solidFill>
              </a:defRPr>
            </a:lvl3pPr>
            <a:lvl4pPr>
              <a:buNone/>
              <a:defRPr sz="2550" b="1">
                <a:solidFill>
                  <a:srgbClr val="172B4D"/>
                </a:solidFill>
              </a:defRPr>
            </a:lvl4pPr>
            <a:lvl5pPr>
              <a:buNone/>
              <a:defRPr sz="2550" b="1">
                <a:solidFill>
                  <a:srgbClr val="172B4D"/>
                </a:solidFill>
              </a:defRPr>
            </a:lvl5pPr>
            <a:lvl6pPr>
              <a:buNone/>
              <a:defRPr sz="2550" b="1">
                <a:solidFill>
                  <a:srgbClr val="172B4D"/>
                </a:solidFill>
              </a:defRPr>
            </a:lvl6pPr>
            <a:lvl7pPr>
              <a:buNone/>
              <a:defRPr sz="2550" b="1">
                <a:solidFill>
                  <a:srgbClr val="172B4D"/>
                </a:solidFill>
              </a:defRPr>
            </a:lvl7pPr>
            <a:lvl8pPr>
              <a:buNone/>
              <a:defRPr sz="2550" b="1">
                <a:solidFill>
                  <a:srgbClr val="172B4D"/>
                </a:solidFill>
              </a:defRPr>
            </a:lvl8pPr>
            <a:lvl9pPr>
              <a:buNone/>
              <a:defRPr sz="25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Reuse selected locators in Page Objects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43013-ACDE-432C-9DCA-0CA62D3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394FF-E0ED-4E8D-B337-756672A4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E6F89"/>
                </a:solidFill>
              </a:defRPr>
            </a:defPPr>
            <a:lvl1pPr>
              <a:buNone/>
              <a:defRPr sz="825" b="0">
                <a:solidFill>
                  <a:srgbClr val="5E6F89"/>
                </a:solidFill>
              </a:defRPr>
            </a:lvl1pPr>
            <a:lvl2pPr>
              <a:buNone/>
              <a:defRPr sz="825" b="0">
                <a:solidFill>
                  <a:srgbClr val="5E6F89"/>
                </a:solidFill>
              </a:defRPr>
            </a:lvl2pPr>
            <a:lvl3pPr>
              <a:buNone/>
              <a:defRPr sz="825" b="0">
                <a:solidFill>
                  <a:srgbClr val="5E6F89"/>
                </a:solidFill>
              </a:defRPr>
            </a:lvl3pPr>
            <a:lvl4pPr>
              <a:buNone/>
              <a:defRPr sz="825" b="0">
                <a:solidFill>
                  <a:srgbClr val="5E6F89"/>
                </a:solidFill>
              </a:defRPr>
            </a:lvl4pPr>
            <a:lvl5pPr>
              <a:buNone/>
              <a:defRPr sz="825" b="0">
                <a:solidFill>
                  <a:srgbClr val="5E6F89"/>
                </a:solidFill>
              </a:defRPr>
            </a:lvl5pPr>
            <a:lvl6pPr>
              <a:buNone/>
              <a:defRPr sz="825" b="0">
                <a:solidFill>
                  <a:srgbClr val="5E6F89"/>
                </a:solidFill>
              </a:defRPr>
            </a:lvl6pPr>
            <a:lvl7pPr>
              <a:buNone/>
              <a:defRPr sz="825" b="0">
                <a:solidFill>
                  <a:srgbClr val="5E6F89"/>
                </a:solidFill>
              </a:defRPr>
            </a:lvl7pPr>
            <a:lvl8pPr>
              <a:buNone/>
              <a:defRPr sz="825" b="0">
                <a:solidFill>
                  <a:srgbClr val="5E6F89"/>
                </a:solidFill>
              </a:defRPr>
            </a:lvl8pPr>
            <a:lvl9pPr>
              <a:buNone/>
              <a:defRPr sz="82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5E6F89"/>
                </a:solidFill>
              </a:defRPr>
            </a:pPr>
            <a:r>
              <a:rPr sz="825" b="0">
                <a:solidFill>
                  <a:srgbClr val="5E6F89"/>
                </a:solidFill>
              </a:rPr>
              <a:t>Locator Generator  •  CSS and XPath automation toolkit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10868-11F2-4C12-8626-670A18D21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c54ad1c76457f"/>
          <a:srcRect xmlns:a="http://schemas.openxmlformats.org/drawingml/2006/main" l="6133" t="0" r="6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76375"/>
            <a:ext cx="6858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61810-7F7C-423B-AD31-F242A00B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72B4D"/>
                </a:solidFill>
              </a:defRPr>
            </a:defPPr>
            <a:lvl1pPr>
              <a:buNone/>
              <a:defRPr sz="1800" b="1">
                <a:solidFill>
                  <a:srgbClr val="172B4D"/>
                </a:solidFill>
              </a:defRPr>
            </a:lvl1pPr>
            <a:lvl2pPr>
              <a:buNone/>
              <a:defRPr sz="1800" b="1">
                <a:solidFill>
                  <a:srgbClr val="172B4D"/>
                </a:solidFill>
              </a:defRPr>
            </a:lvl2pPr>
            <a:lvl3pPr>
              <a:buNone/>
              <a:defRPr sz="1800" b="1">
                <a:solidFill>
                  <a:srgbClr val="172B4D"/>
                </a:solidFill>
              </a:defRPr>
            </a:lvl3pPr>
            <a:lvl4pPr>
              <a:buNone/>
              <a:defRPr sz="1800" b="1">
                <a:solidFill>
                  <a:srgbClr val="172B4D"/>
                </a:solidFill>
              </a:defRPr>
            </a:lvl4pPr>
            <a:lvl5pPr>
              <a:buNone/>
              <a:defRPr sz="1800" b="1">
                <a:solidFill>
                  <a:srgbClr val="172B4D"/>
                </a:solidFill>
              </a:defRPr>
            </a:lvl5pPr>
            <a:lvl6pPr>
              <a:buNone/>
              <a:defRPr sz="1800" b="1">
                <a:solidFill>
                  <a:srgbClr val="172B4D"/>
                </a:solidFill>
              </a:defRPr>
            </a:lvl6pPr>
            <a:lvl7pPr>
              <a:buNone/>
              <a:defRPr sz="1800" b="1">
                <a:solidFill>
                  <a:srgbClr val="172B4D"/>
                </a:solidFill>
              </a:defRPr>
            </a:lvl7pPr>
            <a:lvl8pPr>
              <a:buNone/>
              <a:defRPr sz="1800" b="1">
                <a:solidFill>
                  <a:srgbClr val="172B4D"/>
                </a:solidFill>
              </a:defRPr>
            </a:lvl8pPr>
            <a:lvl9pPr>
              <a:buNone/>
              <a:defRPr sz="180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Name elements for your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32F8E-A6A7-4273-A793-CE14B0A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94115-4554-4BB5-B6B4-F789629D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Choose a class name and automation framework.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04295-FC8F-4DB9-8EA8-D2EB4626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38C11-62E2-409B-8ECA-EA2F075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Give each locator a clear variable name, such as usernameField.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7B8E2-73E1-4F24-98E1-B98A9DEB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9BA81-B9BD-4F7F-859A-C680E5DA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Review generated class code and copy it into your test project.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80219-DBA9-4E2B-9C75-0A8A4771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FF2D5-8D9F-404C-9A61-B468D00B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148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Use the embedded picker to capture elements; Selenium supports live browser workflows.</a:t>
            </a:r>
          </a:p>
        </p:txBody>
      </p:sp>
    </p:spTree>
    <p:extLst>
      <p:ext uri="{BB962C8B-B14F-4D97-AF65-F5344CB8AC3E}">
        <p14:creationId xmlns:p14="http://schemas.microsoft.com/office/powerpoint/2010/main" val="1486601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61345-1CDE-460C-898B-04687EE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90444-B0A9-4819-AB05-EB86444B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563EB"/>
                </a:solidFill>
              </a:defRPr>
            </a:defPPr>
            <a:lvl1pPr>
              <a:buNone/>
              <a:defRPr sz="975" b="1">
                <a:solidFill>
                  <a:srgbClr val="2563EB"/>
                </a:solidFill>
              </a:defRPr>
            </a:lvl1pPr>
            <a:lvl2pPr>
              <a:buNone/>
              <a:defRPr sz="975" b="1">
                <a:solidFill>
                  <a:srgbClr val="2563EB"/>
                </a:solidFill>
              </a:defRPr>
            </a:lvl2pPr>
            <a:lvl3pPr>
              <a:buNone/>
              <a:defRPr sz="975" b="1">
                <a:solidFill>
                  <a:srgbClr val="2563EB"/>
                </a:solidFill>
              </a:defRPr>
            </a:lvl3pPr>
            <a:lvl4pPr>
              <a:buNone/>
              <a:defRPr sz="975" b="1">
                <a:solidFill>
                  <a:srgbClr val="2563EB"/>
                </a:solidFill>
              </a:defRPr>
            </a:lvl4pPr>
            <a:lvl5pPr>
              <a:buNone/>
              <a:defRPr sz="975" b="1">
                <a:solidFill>
                  <a:srgbClr val="2563EB"/>
                </a:solidFill>
              </a:defRPr>
            </a:lvl5pPr>
            <a:lvl6pPr>
              <a:buNone/>
              <a:defRPr sz="975" b="1">
                <a:solidFill>
                  <a:srgbClr val="2563EB"/>
                </a:solidFill>
              </a:defRPr>
            </a:lvl6pPr>
            <a:lvl7pPr>
              <a:buNone/>
              <a:defRPr sz="975" b="1">
                <a:solidFill>
                  <a:srgbClr val="2563EB"/>
                </a:solidFill>
              </a:defRPr>
            </a:lvl7pPr>
            <a:lvl8pPr>
              <a:buNone/>
              <a:defRPr sz="975" b="1">
                <a:solidFill>
                  <a:srgbClr val="2563EB"/>
                </a:solidFill>
              </a:defRPr>
            </a:lvl8pPr>
            <a:lvl9pPr>
              <a:buNone/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HEALTH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F7316-F472-49E1-8F04-6C379BC8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4D"/>
                </a:solidFill>
              </a:defRPr>
            </a:defPPr>
            <a:lvl1pPr>
              <a:buNone/>
              <a:defRPr sz="2550" b="1">
                <a:solidFill>
                  <a:srgbClr val="172B4D"/>
                </a:solidFill>
              </a:defRPr>
            </a:lvl1pPr>
            <a:lvl2pPr>
              <a:buNone/>
              <a:defRPr sz="2550" b="1">
                <a:solidFill>
                  <a:srgbClr val="172B4D"/>
                </a:solidFill>
              </a:defRPr>
            </a:lvl2pPr>
            <a:lvl3pPr>
              <a:buNone/>
              <a:defRPr sz="2550" b="1">
                <a:solidFill>
                  <a:srgbClr val="172B4D"/>
                </a:solidFill>
              </a:defRPr>
            </a:lvl3pPr>
            <a:lvl4pPr>
              <a:buNone/>
              <a:defRPr sz="2550" b="1">
                <a:solidFill>
                  <a:srgbClr val="172B4D"/>
                </a:solidFill>
              </a:defRPr>
            </a:lvl4pPr>
            <a:lvl5pPr>
              <a:buNone/>
              <a:defRPr sz="2550" b="1">
                <a:solidFill>
                  <a:srgbClr val="172B4D"/>
                </a:solidFill>
              </a:defRPr>
            </a:lvl5pPr>
            <a:lvl6pPr>
              <a:buNone/>
              <a:defRPr sz="2550" b="1">
                <a:solidFill>
                  <a:srgbClr val="172B4D"/>
                </a:solidFill>
              </a:defRPr>
            </a:lvl6pPr>
            <a:lvl7pPr>
              <a:buNone/>
              <a:defRPr sz="2550" b="1">
                <a:solidFill>
                  <a:srgbClr val="172B4D"/>
                </a:solidFill>
              </a:defRPr>
            </a:lvl7pPr>
            <a:lvl8pPr>
              <a:buNone/>
              <a:defRPr sz="2550" b="1">
                <a:solidFill>
                  <a:srgbClr val="172B4D"/>
                </a:solidFill>
              </a:defRPr>
            </a:lvl8pPr>
            <a:lvl9pPr>
              <a:buNone/>
              <a:defRPr sz="25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Review failures with clear validation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23034-20ED-49C1-836E-6974E84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B11FC-CC9A-4589-8ED0-8D364654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E6F89"/>
                </a:solidFill>
              </a:defRPr>
            </a:defPPr>
            <a:lvl1pPr>
              <a:buNone/>
              <a:defRPr sz="825" b="0">
                <a:solidFill>
                  <a:srgbClr val="5E6F89"/>
                </a:solidFill>
              </a:defRPr>
            </a:lvl1pPr>
            <a:lvl2pPr>
              <a:buNone/>
              <a:defRPr sz="825" b="0">
                <a:solidFill>
                  <a:srgbClr val="5E6F89"/>
                </a:solidFill>
              </a:defRPr>
            </a:lvl2pPr>
            <a:lvl3pPr>
              <a:buNone/>
              <a:defRPr sz="825" b="0">
                <a:solidFill>
                  <a:srgbClr val="5E6F89"/>
                </a:solidFill>
              </a:defRPr>
            </a:lvl3pPr>
            <a:lvl4pPr>
              <a:buNone/>
              <a:defRPr sz="825" b="0">
                <a:solidFill>
                  <a:srgbClr val="5E6F89"/>
                </a:solidFill>
              </a:defRPr>
            </a:lvl4pPr>
            <a:lvl5pPr>
              <a:buNone/>
              <a:defRPr sz="825" b="0">
                <a:solidFill>
                  <a:srgbClr val="5E6F89"/>
                </a:solidFill>
              </a:defRPr>
            </a:lvl5pPr>
            <a:lvl6pPr>
              <a:buNone/>
              <a:defRPr sz="825" b="0">
                <a:solidFill>
                  <a:srgbClr val="5E6F89"/>
                </a:solidFill>
              </a:defRPr>
            </a:lvl6pPr>
            <a:lvl7pPr>
              <a:buNone/>
              <a:defRPr sz="825" b="0">
                <a:solidFill>
                  <a:srgbClr val="5E6F89"/>
                </a:solidFill>
              </a:defRPr>
            </a:lvl7pPr>
            <a:lvl8pPr>
              <a:buNone/>
              <a:defRPr sz="825" b="0">
                <a:solidFill>
                  <a:srgbClr val="5E6F89"/>
                </a:solidFill>
              </a:defRPr>
            </a:lvl8pPr>
            <a:lvl9pPr>
              <a:buNone/>
              <a:defRPr sz="82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5E6F89"/>
                </a:solidFill>
              </a:defRPr>
            </a:pPr>
            <a:r>
              <a:rPr sz="825" b="0">
                <a:solidFill>
                  <a:srgbClr val="5E6F89"/>
                </a:solidFill>
              </a:rPr>
              <a:t>Locator Generator  •  CSS and XPath automation toolkit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48A37-57E6-4790-892A-FA5E45D396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0919f66734d08"/>
          <a:srcRect xmlns:a="http://schemas.openxmlformats.org/drawingml/2006/main" l="6133" t="0" r="6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76375"/>
            <a:ext cx="6858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4E443-A48F-4B78-8FB6-7E1A359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2B4D"/>
                </a:solidFill>
              </a:defRPr>
            </a:defPPr>
            <a:lvl1pPr>
              <a:buNone/>
              <a:defRPr sz="1725" b="1">
                <a:solidFill>
                  <a:srgbClr val="172B4D"/>
                </a:solidFill>
              </a:defRPr>
            </a:lvl1pPr>
            <a:lvl2pPr>
              <a:buNone/>
              <a:defRPr sz="1725" b="1">
                <a:solidFill>
                  <a:srgbClr val="172B4D"/>
                </a:solidFill>
              </a:defRPr>
            </a:lvl2pPr>
            <a:lvl3pPr>
              <a:buNone/>
              <a:defRPr sz="1725" b="1">
                <a:solidFill>
                  <a:srgbClr val="172B4D"/>
                </a:solidFill>
              </a:defRPr>
            </a:lvl3pPr>
            <a:lvl4pPr>
              <a:buNone/>
              <a:defRPr sz="1725" b="1">
                <a:solidFill>
                  <a:srgbClr val="172B4D"/>
                </a:solidFill>
              </a:defRPr>
            </a:lvl4pPr>
            <a:lvl5pPr>
              <a:buNone/>
              <a:defRPr sz="1725" b="1">
                <a:solidFill>
                  <a:srgbClr val="172B4D"/>
                </a:solidFill>
              </a:defRPr>
            </a:lvl5pPr>
            <a:lvl6pPr>
              <a:buNone/>
              <a:defRPr sz="1725" b="1">
                <a:solidFill>
                  <a:srgbClr val="172B4D"/>
                </a:solidFill>
              </a:defRPr>
            </a:lvl6pPr>
            <a:lvl7pPr>
              <a:buNone/>
              <a:defRPr sz="1725" b="1">
                <a:solidFill>
                  <a:srgbClr val="172B4D"/>
                </a:solidFill>
              </a:defRPr>
            </a:lvl7pPr>
            <a:lvl8pPr>
              <a:buNone/>
              <a:defRPr sz="1725" b="1">
                <a:solidFill>
                  <a:srgbClr val="172B4D"/>
                </a:solidFill>
              </a:defRPr>
            </a:lvl8pPr>
            <a:lvl9pPr>
              <a:buNone/>
              <a:defRPr sz="1725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Validation and fallback suggestions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696AD-9DE2-4A16-B832-FEB65E48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53625-C65D-4570-8E8E-CFBFEEEF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Run the audit against a target page and supplied selectors.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B956A-D214-4314-B0EB-18A2C757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2DF2A-59FA-478C-A452-24BE958A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See live validation results in a dedicated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4DA63-2242-4177-A87E-3CFBF4C6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42BC8-6C25-4137-828A-160848E8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Review ranked alternatives derived from the captured DOM snapshot.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2DE43-662E-4C72-A31B-95C4108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39E96-9F44-45B2-99B4-83BBBF1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148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Snapshot alternatives remain suggestions until tested against the page.</a:t>
            </a:r>
          </a:p>
        </p:txBody>
      </p:sp>
    </p:spTree>
    <p:extLst>
      <p:ext uri="{BB962C8B-B14F-4D97-AF65-F5344CB8AC3E}">
        <p14:creationId xmlns:p14="http://schemas.microsoft.com/office/powerpoint/2010/main" val="590673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E516C-BE27-4E50-901F-51B0F31C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3AD03-FD8E-4869-BC80-B154CA3E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563EB"/>
                </a:solidFill>
              </a:defRPr>
            </a:defPPr>
            <a:lvl1pPr>
              <a:buNone/>
              <a:defRPr sz="975" b="1">
                <a:solidFill>
                  <a:srgbClr val="2563EB"/>
                </a:solidFill>
              </a:defRPr>
            </a:lvl1pPr>
            <a:lvl2pPr>
              <a:buNone/>
              <a:defRPr sz="975" b="1">
                <a:solidFill>
                  <a:srgbClr val="2563EB"/>
                </a:solidFill>
              </a:defRPr>
            </a:lvl2pPr>
            <a:lvl3pPr>
              <a:buNone/>
              <a:defRPr sz="975" b="1">
                <a:solidFill>
                  <a:srgbClr val="2563EB"/>
                </a:solidFill>
              </a:defRPr>
            </a:lvl3pPr>
            <a:lvl4pPr>
              <a:buNone/>
              <a:defRPr sz="975" b="1">
                <a:solidFill>
                  <a:srgbClr val="2563EB"/>
                </a:solidFill>
              </a:defRPr>
            </a:lvl4pPr>
            <a:lvl5pPr>
              <a:buNone/>
              <a:defRPr sz="975" b="1">
                <a:solidFill>
                  <a:srgbClr val="2563EB"/>
                </a:solidFill>
              </a:defRPr>
            </a:lvl5pPr>
            <a:lvl6pPr>
              <a:buNone/>
              <a:defRPr sz="975" b="1">
                <a:solidFill>
                  <a:srgbClr val="2563EB"/>
                </a:solidFill>
              </a:defRPr>
            </a:lvl6pPr>
            <a:lvl7pPr>
              <a:buNone/>
              <a:defRPr sz="975" b="1">
                <a:solidFill>
                  <a:srgbClr val="2563EB"/>
                </a:solidFill>
              </a:defRPr>
            </a:lvl7pPr>
            <a:lvl8pPr>
              <a:buNone/>
              <a:defRPr sz="975" b="1">
                <a:solidFill>
                  <a:srgbClr val="2563EB"/>
                </a:solidFill>
              </a:defRPr>
            </a:lvl8pPr>
            <a:lvl9pPr>
              <a:buNone/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GETTING STARTED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22739-6B2E-493E-892C-4032D8EB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4D"/>
                </a:solidFill>
              </a:defRPr>
            </a:defPPr>
            <a:lvl1pPr>
              <a:buNone/>
              <a:defRPr sz="2550" b="1">
                <a:solidFill>
                  <a:srgbClr val="172B4D"/>
                </a:solidFill>
              </a:defRPr>
            </a:lvl1pPr>
            <a:lvl2pPr>
              <a:buNone/>
              <a:defRPr sz="2550" b="1">
                <a:solidFill>
                  <a:srgbClr val="172B4D"/>
                </a:solidFill>
              </a:defRPr>
            </a:lvl2pPr>
            <a:lvl3pPr>
              <a:buNone/>
              <a:defRPr sz="2550" b="1">
                <a:solidFill>
                  <a:srgbClr val="172B4D"/>
                </a:solidFill>
              </a:defRPr>
            </a:lvl3pPr>
            <a:lvl4pPr>
              <a:buNone/>
              <a:defRPr sz="2550" b="1">
                <a:solidFill>
                  <a:srgbClr val="172B4D"/>
                </a:solidFill>
              </a:defRPr>
            </a:lvl4pPr>
            <a:lvl5pPr>
              <a:buNone/>
              <a:defRPr sz="2550" b="1">
                <a:solidFill>
                  <a:srgbClr val="172B4D"/>
                </a:solidFill>
              </a:defRPr>
            </a:lvl5pPr>
            <a:lvl6pPr>
              <a:buNone/>
              <a:defRPr sz="2550" b="1">
                <a:solidFill>
                  <a:srgbClr val="172B4D"/>
                </a:solidFill>
              </a:defRPr>
            </a:lvl6pPr>
            <a:lvl7pPr>
              <a:buNone/>
              <a:defRPr sz="2550" b="1">
                <a:solidFill>
                  <a:srgbClr val="172B4D"/>
                </a:solidFill>
              </a:defRPr>
            </a:lvl7pPr>
            <a:lvl8pPr>
              <a:buNone/>
              <a:defRPr sz="2550" b="1">
                <a:solidFill>
                  <a:srgbClr val="172B4D"/>
                </a:solidFill>
              </a:defRPr>
            </a:lvl8pPr>
            <a:lvl9pPr>
              <a:buNone/>
              <a:defRPr sz="25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A focused desktop tool with practical guidance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5BEFF-00F7-40B2-8E68-3D2208C2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F7A53-64C5-4664-9993-377A5EE1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E6F89"/>
                </a:solidFill>
              </a:defRPr>
            </a:defPPr>
            <a:lvl1pPr>
              <a:buNone/>
              <a:defRPr sz="825" b="0">
                <a:solidFill>
                  <a:srgbClr val="5E6F89"/>
                </a:solidFill>
              </a:defRPr>
            </a:lvl1pPr>
            <a:lvl2pPr>
              <a:buNone/>
              <a:defRPr sz="825" b="0">
                <a:solidFill>
                  <a:srgbClr val="5E6F89"/>
                </a:solidFill>
              </a:defRPr>
            </a:lvl2pPr>
            <a:lvl3pPr>
              <a:buNone/>
              <a:defRPr sz="825" b="0">
                <a:solidFill>
                  <a:srgbClr val="5E6F89"/>
                </a:solidFill>
              </a:defRPr>
            </a:lvl3pPr>
            <a:lvl4pPr>
              <a:buNone/>
              <a:defRPr sz="825" b="0">
                <a:solidFill>
                  <a:srgbClr val="5E6F89"/>
                </a:solidFill>
              </a:defRPr>
            </a:lvl4pPr>
            <a:lvl5pPr>
              <a:buNone/>
              <a:defRPr sz="825" b="0">
                <a:solidFill>
                  <a:srgbClr val="5E6F89"/>
                </a:solidFill>
              </a:defRPr>
            </a:lvl5pPr>
            <a:lvl6pPr>
              <a:buNone/>
              <a:defRPr sz="825" b="0">
                <a:solidFill>
                  <a:srgbClr val="5E6F89"/>
                </a:solidFill>
              </a:defRPr>
            </a:lvl6pPr>
            <a:lvl7pPr>
              <a:buNone/>
              <a:defRPr sz="825" b="0">
                <a:solidFill>
                  <a:srgbClr val="5E6F89"/>
                </a:solidFill>
              </a:defRPr>
            </a:lvl7pPr>
            <a:lvl8pPr>
              <a:buNone/>
              <a:defRPr sz="825" b="0">
                <a:solidFill>
                  <a:srgbClr val="5E6F89"/>
                </a:solidFill>
              </a:defRPr>
            </a:lvl8pPr>
            <a:lvl9pPr>
              <a:buNone/>
              <a:defRPr sz="825" b="0">
                <a:solidFill>
                  <a:srgbClr val="5E6F89"/>
                </a:solidFill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5E6F89"/>
                </a:solidFill>
              </a:defRPr>
            </a:pPr>
            <a:r>
              <a:rPr sz="825" b="0">
                <a:solidFill>
                  <a:srgbClr val="5E6F89"/>
                </a:solidFill>
              </a:rPr>
              <a:t>Locator Generator  •  CSS and XPath automation toolkit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FC22B-58A9-463A-8239-541C0A74EE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9b8a6c97f4b32"/>
          <a:srcRect xmlns:a="http://schemas.openxmlformats.org/drawingml/2006/main" l="6133" t="0" r="6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76375"/>
            <a:ext cx="6858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43DA8-4952-4A0D-AD02-2CB576E7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2B4D"/>
                </a:solidFill>
              </a:defRPr>
            </a:defPPr>
            <a:lvl1pPr>
              <a:buNone/>
              <a:defRPr sz="1875" b="1">
                <a:solidFill>
                  <a:srgbClr val="172B4D"/>
                </a:solidFill>
              </a:defRPr>
            </a:lvl1pPr>
            <a:lvl2pPr>
              <a:buNone/>
              <a:defRPr sz="1875" b="1">
                <a:solidFill>
                  <a:srgbClr val="172B4D"/>
                </a:solidFill>
              </a:defRPr>
            </a:lvl2pPr>
            <a:lvl3pPr>
              <a:buNone/>
              <a:defRPr sz="1875" b="1">
                <a:solidFill>
                  <a:srgbClr val="172B4D"/>
                </a:solidFill>
              </a:defRPr>
            </a:lvl3pPr>
            <a:lvl4pPr>
              <a:buNone/>
              <a:defRPr sz="1875" b="1">
                <a:solidFill>
                  <a:srgbClr val="172B4D"/>
                </a:solidFill>
              </a:defRPr>
            </a:lvl4pPr>
            <a:lvl5pPr>
              <a:buNone/>
              <a:defRPr sz="1875" b="1">
                <a:solidFill>
                  <a:srgbClr val="172B4D"/>
                </a:solidFill>
              </a:defRPr>
            </a:lvl5pPr>
            <a:lvl6pPr>
              <a:buNone/>
              <a:defRPr sz="1875" b="1">
                <a:solidFill>
                  <a:srgbClr val="172B4D"/>
                </a:solidFill>
              </a:defRPr>
            </a:lvl6pPr>
            <a:lvl7pPr>
              <a:buNone/>
              <a:defRPr sz="1875" b="1">
                <a:solidFill>
                  <a:srgbClr val="172B4D"/>
                </a:solidFill>
              </a:defRPr>
            </a:lvl7pPr>
            <a:lvl8pPr>
              <a:buNone/>
              <a:defRPr sz="1875" b="1">
                <a:solidFill>
                  <a:srgbClr val="172B4D"/>
                </a:solidFill>
              </a:defRPr>
            </a:lvl8pPr>
            <a:lvl9pPr>
              <a:buNone/>
              <a:defRPr sz="1875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2B4D"/>
                </a:solidFill>
              </a:defRPr>
            </a:pPr>
            <a:r>
              <a:rPr sz="1875" b="1">
                <a:solidFill>
                  <a:srgbClr val="172B4D"/>
                </a:solidFill>
              </a:rPr>
              <a:t>Quick 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01156-64C5-468E-904C-24C42233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46800-C98A-49F5-A8D7-FFBBECF7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Download the standalone Windows EXE; no Python setup is needed.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2972A-5B63-4878-8CEC-0F05BCD3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B92BC-3F1C-4A00-A9CD-480C3E27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Or install Python 3.10+ and PySide6 to run the source version.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E313E-087C-4683-83F0-6C83A4B9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953A5-18F4-4317-BCAC-1E415C8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Use Chrome or Edge for Selenium-based live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9EF1C-F9E3-46EC-B0D8-BBF57C6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7AFA0-54D6-42DD-BFA2-BA0426C7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815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4D"/>
                </a:solidFill>
              </a:defRPr>
            </a:defPPr>
            <a:lvl1pPr>
              <a:buNone/>
              <a:defRPr sz="1350" b="0">
                <a:solidFill>
                  <a:srgbClr val="172B4D"/>
                </a:solidFill>
              </a:defRPr>
            </a:lvl1pPr>
            <a:lvl2pPr>
              <a:buNone/>
              <a:defRPr sz="1350" b="0">
                <a:solidFill>
                  <a:srgbClr val="172B4D"/>
                </a:solidFill>
              </a:defRPr>
            </a:lvl2pPr>
            <a:lvl3pPr>
              <a:buNone/>
              <a:defRPr sz="1350" b="0">
                <a:solidFill>
                  <a:srgbClr val="172B4D"/>
                </a:solidFill>
              </a:defRPr>
            </a:lvl3pPr>
            <a:lvl4pPr>
              <a:buNone/>
              <a:defRPr sz="1350" b="0">
                <a:solidFill>
                  <a:srgbClr val="172B4D"/>
                </a:solidFill>
              </a:defRPr>
            </a:lvl4pPr>
            <a:lvl5pPr>
              <a:buNone/>
              <a:defRPr sz="1350" b="0">
                <a:solidFill>
                  <a:srgbClr val="172B4D"/>
                </a:solidFill>
              </a:defRPr>
            </a:lvl5pPr>
            <a:lvl6pPr>
              <a:buNone/>
              <a:defRPr sz="1350" b="0">
                <a:solidFill>
                  <a:srgbClr val="172B4D"/>
                </a:solidFill>
              </a:defRPr>
            </a:lvl6pPr>
            <a:lvl7pPr>
              <a:buNone/>
              <a:defRPr sz="1350" b="0">
                <a:solidFill>
                  <a:srgbClr val="172B4D"/>
                </a:solidFill>
              </a:defRPr>
            </a:lvl7pPr>
            <a:lvl8pPr>
              <a:buNone/>
              <a:defRPr sz="1350" b="0">
                <a:solidFill>
                  <a:srgbClr val="172B4D"/>
                </a:solidFill>
              </a:defRPr>
            </a:lvl8pPr>
            <a:lvl9pPr>
              <a:buNone/>
              <a:defRPr sz="13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Always verify generated selectors in your own test environment.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7343E-35B0-49BC-B214-B24AC471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3429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2F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5C40F-FE40-4763-8BB3-41A4F9A3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B8F87"/>
                </a:solidFill>
              </a:defRPr>
            </a:defPPr>
            <a:lvl1pPr>
              <a:buNone/>
              <a:defRPr sz="1125" b="1">
                <a:solidFill>
                  <a:srgbClr val="0B8F87"/>
                </a:solidFill>
              </a:defRPr>
            </a:lvl1pPr>
            <a:lvl2pPr>
              <a:buNone/>
              <a:defRPr sz="1125" b="1">
                <a:solidFill>
                  <a:srgbClr val="0B8F87"/>
                </a:solidFill>
              </a:defRPr>
            </a:lvl2pPr>
            <a:lvl3pPr>
              <a:buNone/>
              <a:defRPr sz="1125" b="1">
                <a:solidFill>
                  <a:srgbClr val="0B8F87"/>
                </a:solidFill>
              </a:defRPr>
            </a:lvl3pPr>
            <a:lvl4pPr>
              <a:buNone/>
              <a:defRPr sz="1125" b="1">
                <a:solidFill>
                  <a:srgbClr val="0B8F87"/>
                </a:solidFill>
              </a:defRPr>
            </a:lvl4pPr>
            <a:lvl5pPr>
              <a:buNone/>
              <a:defRPr sz="1125" b="1">
                <a:solidFill>
                  <a:srgbClr val="0B8F87"/>
                </a:solidFill>
              </a:defRPr>
            </a:lvl5pPr>
            <a:lvl6pPr>
              <a:buNone/>
              <a:defRPr sz="1125" b="1">
                <a:solidFill>
                  <a:srgbClr val="0B8F87"/>
                </a:solidFill>
              </a:defRPr>
            </a:lvl6pPr>
            <a:lvl7pPr>
              <a:buNone/>
              <a:defRPr sz="1125" b="1">
                <a:solidFill>
                  <a:srgbClr val="0B8F87"/>
                </a:solidFill>
              </a:defRPr>
            </a:lvl7pPr>
            <a:lvl8pPr>
              <a:buNone/>
              <a:defRPr sz="1125" b="1">
                <a:solidFill>
                  <a:srgbClr val="0B8F87"/>
                </a:solidFill>
              </a:defRPr>
            </a:lvl8pPr>
            <a:lvl9pPr>
              <a:buNone/>
              <a:defRPr sz="1125" b="1">
                <a:solidFill>
                  <a:srgbClr val="0B8F87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0B8F87"/>
                </a:solidFill>
              </a:defRPr>
            </a:pPr>
            <a:r>
              <a:rPr sz="1125" b="1">
                <a:solidFill>
                  <a:srgbClr val="0B8F87"/>
                </a:solidFill>
              </a:rPr>
              <a:t>Scores and stability labels are guidance, not guarantees.</a:t>
            </a:r>
          </a:p>
        </p:txBody>
      </p:sp>
    </p:spTree>
    <p:extLst>
      <p:ext uri="{BB962C8B-B14F-4D97-AF65-F5344CB8AC3E}">
        <p14:creationId xmlns:p14="http://schemas.microsoft.com/office/powerpoint/2010/main" val="107427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2026-10-28T23:13:44.3880000Z</dcterms:created>
  <dcterms:modified xsi:type="dcterms:W3CDTF">2026-10-28T23:13:44.3880000Z</dcterms:modified>
</coreProperties>
</file>